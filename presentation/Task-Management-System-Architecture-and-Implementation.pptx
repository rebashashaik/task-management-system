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411710babe4ab7" /><Relationship Type="http://schemas.openxmlformats.org/officeDocument/2006/relationships/extended-properties" Target="/docProps/app.xml" Id="R1f926ea1086e4ee3" /><Relationship Type="http://schemas.openxmlformats.org/officeDocument/2006/relationships/officeDocument" Target="/ppt/presentation.xml" Id="Rd163e83f279a4bef" /></Relationships>
</file>

<file path=ppt/presentation.xml><?xml version="1.0" encoding="utf-8"?>
<p:presentation xmlns:p="http://schemas.openxmlformats.org/presentationml/2006/main">
  <p:sldMasterIdLst>
    <p:sldMasterId xmlns:r="http://schemas.openxmlformats.org/officeDocument/2006/relationships" id="2147483648" r:id="Rfd1b845bb4134017"/>
  </p:sldMasterIdLst>
  <p:notesMasterIdLst>
    <p:notesMasterId xmlns:r="http://schemas.openxmlformats.org/officeDocument/2006/relationships" r:id="Rffe5417934004ae5"/>
  </p:notesMasterIdLst>
  <p:sldIdLst>
    <p:sldId xmlns:r="http://schemas.openxmlformats.org/officeDocument/2006/relationships" id="256" r:id="R447b3b0988a14efc"/>
    <p:sldId xmlns:r="http://schemas.openxmlformats.org/officeDocument/2006/relationships" id="257" r:id="R426767cd78374887"/>
    <p:sldId xmlns:r="http://schemas.openxmlformats.org/officeDocument/2006/relationships" id="258" r:id="Rff2cc20c91e44646"/>
    <p:sldId xmlns:r="http://schemas.openxmlformats.org/officeDocument/2006/relationships" id="259" r:id="Rc068138b4b6249fd"/>
    <p:sldId xmlns:r="http://schemas.openxmlformats.org/officeDocument/2006/relationships" id="260" r:id="R6d5b4faa97ab427e"/>
    <p:sldId xmlns:r="http://schemas.openxmlformats.org/officeDocument/2006/relationships" id="261" r:id="Re436e763cf9d4469"/>
    <p:sldId xmlns:r="http://schemas.openxmlformats.org/officeDocument/2006/relationships" id="262" r:id="Rb1637ab61a584b68"/>
    <p:sldId xmlns:r="http://schemas.openxmlformats.org/officeDocument/2006/relationships" id="263" r:id="Rf6424ee5b72e44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5461a8e14d471d" /><Relationship Type="http://schemas.openxmlformats.org/officeDocument/2006/relationships/slideMaster" Target="/ppt/slideMasters/slideMaster1.xml" Id="Rfd1b845bb4134017" /><Relationship Type="http://schemas.openxmlformats.org/officeDocument/2006/relationships/notesMaster" Target="/ppt/notesMasters/notesMaster1.xml" Id="Rffe5417934004ae5" /><Relationship Type="http://schemas.openxmlformats.org/officeDocument/2006/relationships/presProps" Target="/ppt/presProps.xml" Id="Ra84499a1965e478c" /><Relationship Type="http://schemas.openxmlformats.org/officeDocument/2006/relationships/tableStyles" Target="/ppt/tableStyles.xml" Id="Re41336ae17834548" /><Relationship Type="http://schemas.openxmlformats.org/officeDocument/2006/relationships/slide" Target="/ppt/slides/slide1.xml" Id="R447b3b0988a14efc" /><Relationship Type="http://schemas.openxmlformats.org/officeDocument/2006/relationships/slide" Target="/ppt/slides/slide2.xml" Id="R426767cd78374887" /><Relationship Type="http://schemas.openxmlformats.org/officeDocument/2006/relationships/slide" Target="/ppt/slides/slide3.xml" Id="Rff2cc20c91e44646" /><Relationship Type="http://schemas.openxmlformats.org/officeDocument/2006/relationships/slide" Target="/ppt/slides/slide4.xml" Id="Rc068138b4b6249fd" /><Relationship Type="http://schemas.openxmlformats.org/officeDocument/2006/relationships/slide" Target="/ppt/slides/slide5.xml" Id="R6d5b4faa97ab427e" /><Relationship Type="http://schemas.openxmlformats.org/officeDocument/2006/relationships/slide" Target="/ppt/slides/slide6.xml" Id="Re436e763cf9d4469" /><Relationship Type="http://schemas.openxmlformats.org/officeDocument/2006/relationships/slide" Target="/ppt/slides/slide7.xml" Id="Rb1637ab61a584b68" /><Relationship Type="http://schemas.openxmlformats.org/officeDocument/2006/relationships/slide" Target="/ppt/slides/slide8.xml" Id="Rf6424ee5b72e44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238545792c4d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11db2c75654df8" /><Relationship Type="http://schemas.openxmlformats.org/officeDocument/2006/relationships/notesMaster" Target="/ppt/notesMasters/notesMaster1.xml" Id="Rfb598c5f8b1949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c66ae18b5b4b22" /><Relationship Type="http://schemas.openxmlformats.org/officeDocument/2006/relationships/notesMaster" Target="/ppt/notesMasters/notesMaster1.xml" Id="Rb63d51067c0341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82ce4552374e8d" /><Relationship Type="http://schemas.openxmlformats.org/officeDocument/2006/relationships/notesMaster" Target="/ppt/notesMasters/notesMaster1.xml" Id="R8c93b319c96f43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86ec3c095e4740" /><Relationship Type="http://schemas.openxmlformats.org/officeDocument/2006/relationships/notesMaster" Target="/ppt/notesMasters/notesMaster1.xml" Id="Rc191e0df175d4d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a6d0117c7e4372" /><Relationship Type="http://schemas.openxmlformats.org/officeDocument/2006/relationships/notesMaster" Target="/ppt/notesMasters/notesMaster1.xml" Id="R92f11c71ebda4a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567fd3e83749d1" /><Relationship Type="http://schemas.openxmlformats.org/officeDocument/2006/relationships/notesMaster" Target="/ppt/notesMasters/notesMaster1.xml" Id="R32718b06684247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45f0c3aba74f72" /><Relationship Type="http://schemas.openxmlformats.org/officeDocument/2006/relationships/notesMaster" Target="/ppt/notesMasters/notesMaster1.xml" Id="R80aee12b439043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f5bd3dc43148f1" /><Relationship Type="http://schemas.openxmlformats.org/officeDocument/2006/relationships/notesMaster" Target="/ppt/notesMasters/notesMaster1.xml" Id="Ra96ce65c3f4e4d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the backend architecture, endpoints, data relationships, security rules, code structure, local Docker setup, and tests. The implementation details come from the project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HTTP layer is split into routers. Routers call service functions for business rules. Services use SQLAlchemy to store records in MySQL. Authentication and request logging run across API requests. The manager creates projects and tasks. Members update assigned work and add comments.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project belongs to a manager. Tasks belong to a project and an assignee. Comments belong to a task and author. Project deletion cascades to tasks, and task deletion cascades to comments. Members can update only their own task status. Managers manage their own projects. Admin accounts come from bootstrap, not public registration.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 accepts name, email, password, and member or project_manager role. It cannot create admins. Login uses application/x-www-form-urlencoded fields named email and password. Use the returned JWT as Authorization: Bearer token. Project listing accepts skip and limit, where skip is zero or more and limit is 1 to 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assigned account must be an active member. Members only see tasks assigned to them. Managers can manage tasks inside their own projects. Only an assignee can move a task exactly one status forward. The API rejects skipped or backward status changes. Task listing filters include status and priority, plus assignee_id.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Any authenticated account can add a comment to an existing task or list that task's comments. The logged-in user becomes the author. Only the author or admin can delete a comment. Swagger UI at the local URL allows API calls without a frontend. The health route reports whether the service responds.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Routers translate HTTP requests into service calls. Services implement the project rules and use SQLAlchemy. Schemas validate data. Dependencies provide the database session and current user. JWT tokens protect routes, and passwords are stored as hashes. The API returns clear JSON detail errors. Registration and login each have a 30-per-minute per-IP limit. The current limiter keeps counts in process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 Compose starts MySQL 8 and the API. A named volume keeps DB records after container restarts. Startup runs Alembic migrations and bootstraps the admin using .env. Current ports are local-only, with API 8000 and host MySQL 3307. Tests use SQLite in memory, while manual local runs use Docker MySQL. No frontend or public deployment is included. The project has no file-upload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717606781f4e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459ef7fb1849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1bfc2412ba4e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32e76e38f149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31c47f6f524f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66ca4cfd274d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C29B95-2734-4B75-A5D9-B34974DAB7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FC0D43-2345-4347-97F8-393B27FC0D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6952333-BA51-4D99-81E5-2A5A5F4EC9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96CB67-F2A8-4D2E-AAC3-E4B3C81155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8B7DEF2-2D62-4D1F-AAA5-988C21ACCA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6A4A8D-0AD7-4D4F-9151-58859D7304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344C76-8228-463F-AA92-A5545F840B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D96F3E7-EB46-47F1-9E2A-E1BF10891F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47E604-A11C-4014-AB79-DE49BE9475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552DF5-F043-4884-8ED6-6714ABDD0F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475377a7964722" /><Relationship Type="http://schemas.openxmlformats.org/officeDocument/2006/relationships/slideLayout" Target="/ppt/slideLayouts/slideLayout1.xml" Id="R06a7d24d26ff494e" /><Relationship Type="http://schemas.openxmlformats.org/officeDocument/2006/relationships/slideLayout" Target="/ppt/slideLayouts/slideLayout2.xml" Id="R49a6095e81cf43fc" /><Relationship Type="http://schemas.openxmlformats.org/officeDocument/2006/relationships/slideLayout" Target="/ppt/slideLayouts/slideLayout3.xml" Id="R3519b46386c4478d" /><Relationship Type="http://schemas.openxmlformats.org/officeDocument/2006/relationships/slideLayout" Target="/ppt/slideLayouts/slideLayout4.xml" Id="R05c2bf48fb274293" /><Relationship Type="http://schemas.openxmlformats.org/officeDocument/2006/relationships/slideLayout" Target="/ppt/slideLayouts/slideLayout5.xml" Id="R5bdec363c5ed4b0f" /><Relationship Type="http://schemas.openxmlformats.org/officeDocument/2006/relationships/slideLayout" Target="/ppt/slideLayouts/slideLayout6.xml" Id="R44c52d74dea34f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a7d24d26ff494e"/>
    <p:sldLayoutId xmlns:r="http://schemas.openxmlformats.org/officeDocument/2006/relationships" id="2147483650" r:id="R49a6095e81cf43fc"/>
    <p:sldLayoutId xmlns:r="http://schemas.openxmlformats.org/officeDocument/2006/relationships" id="2147483651" r:id="R3519b46386c4478d"/>
    <p:sldLayoutId xmlns:r="http://schemas.openxmlformats.org/officeDocument/2006/relationships" id="2147483652" r:id="R05c2bf48fb274293"/>
    <p:sldLayoutId xmlns:r="http://schemas.openxmlformats.org/officeDocument/2006/relationships" id="2147483653" r:id="R5bdec363c5ed4b0f"/>
    <p:sldLayoutId xmlns:r="http://schemas.openxmlformats.org/officeDocument/2006/relationships" id="2147483654" r:id="R44c52d74dea34f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cdb0b2baaf4761" /><Relationship Type="http://schemas.openxmlformats.org/officeDocument/2006/relationships/notesSlide" Target="/ppt/notesSlides/notesSlide1.xml" Id="R2bb1867c840c47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da5a5a93b546f8" /><Relationship Type="http://schemas.openxmlformats.org/officeDocument/2006/relationships/notesSlide" Target="/ppt/notesSlides/notesSlide2.xml" Id="Ra31e4b2a69084e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ac268af27e4340" /><Relationship Type="http://schemas.openxmlformats.org/officeDocument/2006/relationships/notesSlide" Target="/ppt/notesSlides/notesSlide3.xml" Id="R9dbef9eb7df946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bc44cb9fc04b72" /><Relationship Type="http://schemas.openxmlformats.org/officeDocument/2006/relationships/notesSlide" Target="/ppt/notesSlides/notesSlide4.xml" Id="Rbbb6d7a7f5ce43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c857af0ce3a41af" /><Relationship Type="http://schemas.openxmlformats.org/officeDocument/2006/relationships/notesSlide" Target="/ppt/notesSlides/notesSlide5.xml" Id="R88ce5ebb043446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ac4f51ce414c05" /><Relationship Type="http://schemas.openxmlformats.org/officeDocument/2006/relationships/notesSlide" Target="/ppt/notesSlides/notesSlide6.xml" Id="R375f7069786340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fef81ea01b4dac" /><Relationship Type="http://schemas.openxmlformats.org/officeDocument/2006/relationships/notesSlide" Target="/ppt/notesSlides/notesSlide7.xml" Id="Re85e71cb7e7145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18753e11114487" /><Relationship Type="http://schemas.openxmlformats.org/officeDocument/2006/relationships/notesSlide" Target="/ppt/notesSlides/notesSlide8.xml" Id="Ra8f5a8fbf0fd41c1"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accent">
            <a:extLst xmlns:a="http://schemas.openxmlformats.org/drawingml/2006/main">
              <a:ext uri="{FF2B5EF4-FFF2-40B4-BE49-F238E27FC236}">
                <a16:creationId xmlns:a16="http://schemas.microsoft.com/office/drawing/2014/main" id="{FA11CF6A-EB75-426E-9D73-21A6357FAD95}"/>
              </a:ext>
            </a:extLst>
          </p:cNvPr>
          <p:cNvSpPr>
            <a:spLocks xmlns:a="http://schemas.openxmlformats.org/drawingml/2006/main" noGrp="1"/>
          </p:cNvSpPr>
          <p:nvPr/>
        </p:nvSpPr>
        <p:spPr>
          <a:xfrm xmlns:a="http://schemas.openxmlformats.org/drawingml/2006/main">
            <a:off x="781050" y="1123950"/>
            <a:ext cx="76200" cy="371475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cover-title">
            <a:extLst xmlns:a="http://schemas.openxmlformats.org/drawingml/2006/main">
              <a:ext uri="{FF2B5EF4-FFF2-40B4-BE49-F238E27FC236}">
                <a16:creationId xmlns:a16="http://schemas.microsoft.com/office/drawing/2014/main" id="{F0036B87-4AD9-4607-B587-B5BCC74EF881}"/>
              </a:ext>
            </a:extLst>
          </p:cNvPr>
          <p:cNvSpPr>
            <a:spLocks xmlns:a="http://schemas.openxmlformats.org/drawingml/2006/main" noGrp="1"/>
          </p:cNvSpPr>
          <p:nvPr/>
        </p:nvSpPr>
        <p:spPr>
          <a:xfrm xmlns:a="http://schemas.openxmlformats.org/drawingml/2006/main">
            <a:off x="1162050" y="1466850"/>
            <a:ext cx="7524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500" b="1">
                <a:solidFill>
                  <a:srgbClr val="FFFFFF"/>
                </a:solidFill>
                <a:latin typeface="Arial"/>
                <a:ea typeface="Arial"/>
                <a:cs typeface="Arial"/>
              </a:defRPr>
            </a:defPPr>
            <a:lvl1pPr algn="l">
              <a:defRPr sz="4500" b="1">
                <a:solidFill>
                  <a:srgbClr val="FFFFFF"/>
                </a:solidFill>
                <a:latin typeface="Arial"/>
                <a:ea typeface="Arial"/>
                <a:cs typeface="Arial"/>
              </a:defRPr>
            </a:lvl1pPr>
            <a:lvl2pPr algn="l">
              <a:defRPr sz="4500" b="1">
                <a:solidFill>
                  <a:srgbClr val="FFFFFF"/>
                </a:solidFill>
                <a:latin typeface="Arial"/>
                <a:ea typeface="Arial"/>
                <a:cs typeface="Arial"/>
              </a:defRPr>
            </a:lvl2pPr>
            <a:lvl3pPr algn="l">
              <a:defRPr sz="4500" b="1">
                <a:solidFill>
                  <a:srgbClr val="FFFFFF"/>
                </a:solidFill>
                <a:latin typeface="Arial"/>
                <a:ea typeface="Arial"/>
                <a:cs typeface="Arial"/>
              </a:defRPr>
            </a:lvl3pPr>
            <a:lvl4pPr algn="l">
              <a:defRPr sz="4500" b="1">
                <a:solidFill>
                  <a:srgbClr val="FFFFFF"/>
                </a:solidFill>
                <a:latin typeface="Arial"/>
                <a:ea typeface="Arial"/>
                <a:cs typeface="Arial"/>
              </a:defRPr>
            </a:lvl4pPr>
            <a:lvl5pPr algn="l">
              <a:defRPr sz="4500" b="1">
                <a:solidFill>
                  <a:srgbClr val="FFFFFF"/>
                </a:solidFill>
                <a:latin typeface="Arial"/>
                <a:ea typeface="Arial"/>
                <a:cs typeface="Arial"/>
              </a:defRPr>
            </a:lvl5pPr>
            <a:lvl6pPr algn="l">
              <a:defRPr sz="4500" b="1">
                <a:solidFill>
                  <a:srgbClr val="FFFFFF"/>
                </a:solidFill>
                <a:latin typeface="Arial"/>
                <a:ea typeface="Arial"/>
                <a:cs typeface="Arial"/>
              </a:defRPr>
            </a:lvl6pPr>
            <a:lvl7pPr algn="l">
              <a:defRPr sz="4500" b="1">
                <a:solidFill>
                  <a:srgbClr val="FFFFFF"/>
                </a:solidFill>
                <a:latin typeface="Arial"/>
                <a:ea typeface="Arial"/>
                <a:cs typeface="Arial"/>
              </a:defRPr>
            </a:lvl7pPr>
            <a:lvl8pPr algn="l">
              <a:defRPr sz="4500" b="1">
                <a:solidFill>
                  <a:srgbClr val="FFFFFF"/>
                </a:solidFill>
                <a:latin typeface="Arial"/>
                <a:ea typeface="Arial"/>
                <a:cs typeface="Arial"/>
              </a:defRPr>
            </a:lvl8pPr>
            <a:lvl9pPr algn="l">
              <a:defRPr sz="4500" b="1">
                <a:solidFill>
                  <a:srgbClr val="FFFFFF"/>
                </a:solidFill>
                <a:latin typeface="Arial"/>
                <a:ea typeface="Arial"/>
                <a:cs typeface="Arial"/>
              </a:defRPr>
            </a:lvl9pPr>
          </a:lstStyle>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Task Management</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System</a:t>
            </a:r>
          </a:p>
        </p:txBody>
      </p:sp>
      <p:sp>
        <p:nvSpPr>
          <p:cNvPr id="3" name="cover-subtitle">
            <a:extLst xmlns:a="http://schemas.openxmlformats.org/drawingml/2006/main">
              <a:ext uri="{FF2B5EF4-FFF2-40B4-BE49-F238E27FC236}">
                <a16:creationId xmlns:a16="http://schemas.microsoft.com/office/drawing/2014/main" id="{4F35A041-EAC9-4652-8D02-5E96D53FE7CD}"/>
              </a:ext>
            </a:extLst>
          </p:cNvPr>
          <p:cNvSpPr>
            <a:spLocks xmlns:a="http://schemas.openxmlformats.org/drawingml/2006/main" noGrp="1"/>
          </p:cNvSpPr>
          <p:nvPr/>
        </p:nvSpPr>
        <p:spPr>
          <a:xfrm xmlns:a="http://schemas.openxmlformats.org/drawingml/2006/main">
            <a:off x="1200150" y="3371850"/>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D8E7EE"/>
                </a:solidFill>
                <a:latin typeface="Arial"/>
                <a:ea typeface="Arial"/>
                <a:cs typeface="Arial"/>
              </a:defRPr>
            </a:defPPr>
            <a:lvl1pPr algn="l">
              <a:defRPr sz="2100" b="0">
                <a:solidFill>
                  <a:srgbClr val="D8E7EE"/>
                </a:solidFill>
                <a:latin typeface="Arial"/>
                <a:ea typeface="Arial"/>
                <a:cs typeface="Arial"/>
              </a:defRPr>
            </a:lvl1pPr>
            <a:lvl2pPr algn="l">
              <a:defRPr sz="2100" b="0">
                <a:solidFill>
                  <a:srgbClr val="D8E7EE"/>
                </a:solidFill>
                <a:latin typeface="Arial"/>
                <a:ea typeface="Arial"/>
                <a:cs typeface="Arial"/>
              </a:defRPr>
            </a:lvl2pPr>
            <a:lvl3pPr algn="l">
              <a:defRPr sz="2100" b="0">
                <a:solidFill>
                  <a:srgbClr val="D8E7EE"/>
                </a:solidFill>
                <a:latin typeface="Arial"/>
                <a:ea typeface="Arial"/>
                <a:cs typeface="Arial"/>
              </a:defRPr>
            </a:lvl3pPr>
            <a:lvl4pPr algn="l">
              <a:defRPr sz="2100" b="0">
                <a:solidFill>
                  <a:srgbClr val="D8E7EE"/>
                </a:solidFill>
                <a:latin typeface="Arial"/>
                <a:ea typeface="Arial"/>
                <a:cs typeface="Arial"/>
              </a:defRPr>
            </a:lvl4pPr>
            <a:lvl5pPr algn="l">
              <a:defRPr sz="2100" b="0">
                <a:solidFill>
                  <a:srgbClr val="D8E7EE"/>
                </a:solidFill>
                <a:latin typeface="Arial"/>
                <a:ea typeface="Arial"/>
                <a:cs typeface="Arial"/>
              </a:defRPr>
            </a:lvl5pPr>
            <a:lvl6pPr algn="l">
              <a:defRPr sz="2100" b="0">
                <a:solidFill>
                  <a:srgbClr val="D8E7EE"/>
                </a:solidFill>
                <a:latin typeface="Arial"/>
                <a:ea typeface="Arial"/>
                <a:cs typeface="Arial"/>
              </a:defRPr>
            </a:lvl6pPr>
            <a:lvl7pPr algn="l">
              <a:defRPr sz="2100" b="0">
                <a:solidFill>
                  <a:srgbClr val="D8E7EE"/>
                </a:solidFill>
                <a:latin typeface="Arial"/>
                <a:ea typeface="Arial"/>
                <a:cs typeface="Arial"/>
              </a:defRPr>
            </a:lvl7pPr>
            <a:lvl8pPr algn="l">
              <a:defRPr sz="2100" b="0">
                <a:solidFill>
                  <a:srgbClr val="D8E7EE"/>
                </a:solidFill>
                <a:latin typeface="Arial"/>
                <a:ea typeface="Arial"/>
                <a:cs typeface="Arial"/>
              </a:defRPr>
            </a:lvl8pPr>
            <a:lvl9pPr algn="l">
              <a:defRPr sz="2100" b="0">
                <a:solidFill>
                  <a:srgbClr val="D8E7EE"/>
                </a:solidFill>
                <a:latin typeface="Arial"/>
                <a:ea typeface="Arial"/>
                <a:cs typeface="Arial"/>
              </a:defRPr>
            </a:lvl9pPr>
          </a:lstStyle>
          <a:p xmlns:a="http://schemas.openxmlformats.org/drawingml/2006/main">
            <a:pPr algn="l">
              <a:defRPr sz="2100" b="0">
                <a:solidFill>
                  <a:srgbClr val="D8E7EE"/>
                </a:solidFill>
                <a:latin typeface="Arial"/>
                <a:ea typeface="Arial"/>
                <a:cs typeface="Arial"/>
              </a:defRPr>
            </a:pPr>
            <a:r>
              <a:rPr sz="2100" b="0">
                <a:solidFill>
                  <a:srgbClr val="D8E7EE"/>
                </a:solidFill>
                <a:latin typeface="Arial"/>
                <a:ea typeface="Arial"/>
                <a:cs typeface="Arial"/>
              </a:rPr>
              <a:t>Architecture, APIs, and implementation</a:t>
            </a:r>
          </a:p>
        </p:txBody>
      </p:sp>
      <p:sp>
        <p:nvSpPr>
          <p:cNvPr id="4" name="stack">
            <a:extLst xmlns:a="http://schemas.openxmlformats.org/drawingml/2006/main">
              <a:ext uri="{FF2B5EF4-FFF2-40B4-BE49-F238E27FC236}">
                <a16:creationId xmlns:a16="http://schemas.microsoft.com/office/drawing/2014/main" id="{E8AAA7B7-95AF-40D8-AD94-647813773809}"/>
              </a:ext>
            </a:extLst>
          </p:cNvPr>
          <p:cNvSpPr>
            <a:spLocks xmlns:a="http://schemas.openxmlformats.org/drawingml/2006/main" noGrp="1"/>
          </p:cNvSpPr>
          <p:nvPr/>
        </p:nvSpPr>
        <p:spPr>
          <a:xfrm xmlns:a="http://schemas.openxmlformats.org/drawingml/2006/main">
            <a:off x="1200150" y="5448300"/>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FastAPI | SQLAlchemy | Alembic | MySQL | JWT | Docker | Pytest</a:t>
            </a:r>
          </a:p>
        </p:txBody>
      </p:sp>
      <p:sp>
        <p:nvSpPr>
          <p:cNvPr id="5" name="type">
            <a:extLst xmlns:a="http://schemas.openxmlformats.org/drawingml/2006/main">
              <a:ext uri="{FF2B5EF4-FFF2-40B4-BE49-F238E27FC236}">
                <a16:creationId xmlns:a16="http://schemas.microsoft.com/office/drawing/2014/main" id="{730A3C22-0B2A-442E-8281-DD4DC848A1ED}"/>
              </a:ext>
            </a:extLst>
          </p:cNvPr>
          <p:cNvSpPr>
            <a:spLocks xmlns:a="http://schemas.openxmlformats.org/drawingml/2006/main" noGrp="1"/>
          </p:cNvSpPr>
          <p:nvPr/>
        </p:nvSpPr>
        <p:spPr>
          <a:xfrm xmlns:a="http://schemas.openxmlformats.org/drawingml/2006/main">
            <a:off x="1200150" y="58864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B7C9D3"/>
                </a:solidFill>
                <a:latin typeface="Arial"/>
                <a:ea typeface="Arial"/>
                <a:cs typeface="Arial"/>
              </a:defRPr>
            </a:defPPr>
            <a:lvl1pPr algn="l">
              <a:defRPr sz="1350" b="0">
                <a:solidFill>
                  <a:srgbClr val="B7C9D3"/>
                </a:solidFill>
                <a:latin typeface="Arial"/>
                <a:ea typeface="Arial"/>
                <a:cs typeface="Arial"/>
              </a:defRPr>
            </a:lvl1pPr>
            <a:lvl2pPr algn="l">
              <a:defRPr sz="1350" b="0">
                <a:solidFill>
                  <a:srgbClr val="B7C9D3"/>
                </a:solidFill>
                <a:latin typeface="Arial"/>
                <a:ea typeface="Arial"/>
                <a:cs typeface="Arial"/>
              </a:defRPr>
            </a:lvl2pPr>
            <a:lvl3pPr algn="l">
              <a:defRPr sz="1350" b="0">
                <a:solidFill>
                  <a:srgbClr val="B7C9D3"/>
                </a:solidFill>
                <a:latin typeface="Arial"/>
                <a:ea typeface="Arial"/>
                <a:cs typeface="Arial"/>
              </a:defRPr>
            </a:lvl3pPr>
            <a:lvl4pPr algn="l">
              <a:defRPr sz="1350" b="0">
                <a:solidFill>
                  <a:srgbClr val="B7C9D3"/>
                </a:solidFill>
                <a:latin typeface="Arial"/>
                <a:ea typeface="Arial"/>
                <a:cs typeface="Arial"/>
              </a:defRPr>
            </a:lvl4pPr>
            <a:lvl5pPr algn="l">
              <a:defRPr sz="1350" b="0">
                <a:solidFill>
                  <a:srgbClr val="B7C9D3"/>
                </a:solidFill>
                <a:latin typeface="Arial"/>
                <a:ea typeface="Arial"/>
                <a:cs typeface="Arial"/>
              </a:defRPr>
            </a:lvl5pPr>
            <a:lvl6pPr algn="l">
              <a:defRPr sz="1350" b="0">
                <a:solidFill>
                  <a:srgbClr val="B7C9D3"/>
                </a:solidFill>
                <a:latin typeface="Arial"/>
                <a:ea typeface="Arial"/>
                <a:cs typeface="Arial"/>
              </a:defRPr>
            </a:lvl6pPr>
            <a:lvl7pPr algn="l">
              <a:defRPr sz="1350" b="0">
                <a:solidFill>
                  <a:srgbClr val="B7C9D3"/>
                </a:solidFill>
                <a:latin typeface="Arial"/>
                <a:ea typeface="Arial"/>
                <a:cs typeface="Arial"/>
              </a:defRPr>
            </a:lvl7pPr>
            <a:lvl8pPr algn="l">
              <a:defRPr sz="1350" b="0">
                <a:solidFill>
                  <a:srgbClr val="B7C9D3"/>
                </a:solidFill>
                <a:latin typeface="Arial"/>
                <a:ea typeface="Arial"/>
                <a:cs typeface="Arial"/>
              </a:defRPr>
            </a:lvl8pPr>
            <a:lvl9pPr algn="l">
              <a:defRPr sz="1350" b="0">
                <a:solidFill>
                  <a:srgbClr val="B7C9D3"/>
                </a:solidFill>
                <a:latin typeface="Arial"/>
                <a:ea typeface="Arial"/>
                <a:cs typeface="Arial"/>
              </a:defRPr>
            </a:lvl9pPr>
          </a:lstStyle>
          <a:p xmlns:a="http://schemas.openxmlformats.org/drawingml/2006/main">
            <a:pPr algn="l">
              <a:defRPr sz="1350" b="0">
                <a:solidFill>
                  <a:srgbClr val="B7C9D3"/>
                </a:solidFill>
                <a:latin typeface="Arial"/>
                <a:ea typeface="Arial"/>
                <a:cs typeface="Arial"/>
              </a:defRPr>
            </a:pPr>
            <a:r>
              <a:rPr sz="1350" b="0">
                <a:solidFill>
                  <a:srgbClr val="B7C9D3"/>
                </a:solidFill>
                <a:latin typeface="Arial"/>
                <a:ea typeface="Arial"/>
                <a:cs typeface="Arial"/>
              </a:rPr>
              <a:t>Backend project walkthrough</a:t>
            </a:r>
          </a:p>
        </p:txBody>
      </p:sp>
    </p:spTree>
    <p:extLst>
      <p:ext uri="{BB962C8B-B14F-4D97-AF65-F5344CB8AC3E}">
        <p14:creationId xmlns:p14="http://schemas.microsoft.com/office/powerpoint/2010/main" val="10796319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34ECA2DD-B537-453C-BF30-EF07849CA10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A43"/>
                </a:solidFill>
                <a:latin typeface="Arial"/>
                <a:ea typeface="Arial"/>
                <a:cs typeface="Arial"/>
              </a:defRPr>
            </a:defPPr>
            <a:lvl1pPr algn="l">
              <a:defRPr sz="3300" b="1">
                <a:solidFill>
                  <a:srgbClr val="102A43"/>
                </a:solidFill>
                <a:latin typeface="Arial"/>
                <a:ea typeface="Arial"/>
                <a:cs typeface="Arial"/>
              </a:defRPr>
            </a:lvl1pPr>
            <a:lvl2pPr algn="l">
              <a:defRPr sz="3300" b="1">
                <a:solidFill>
                  <a:srgbClr val="102A43"/>
                </a:solidFill>
                <a:latin typeface="Arial"/>
                <a:ea typeface="Arial"/>
                <a:cs typeface="Arial"/>
              </a:defRPr>
            </a:lvl2pPr>
            <a:lvl3pPr algn="l">
              <a:defRPr sz="3300" b="1">
                <a:solidFill>
                  <a:srgbClr val="102A43"/>
                </a:solidFill>
                <a:latin typeface="Arial"/>
                <a:ea typeface="Arial"/>
                <a:cs typeface="Arial"/>
              </a:defRPr>
            </a:lvl3pPr>
            <a:lvl4pPr algn="l">
              <a:defRPr sz="3300" b="1">
                <a:solidFill>
                  <a:srgbClr val="102A43"/>
                </a:solidFill>
                <a:latin typeface="Arial"/>
                <a:ea typeface="Arial"/>
                <a:cs typeface="Arial"/>
              </a:defRPr>
            </a:lvl4pPr>
            <a:lvl5pPr algn="l">
              <a:defRPr sz="3300" b="1">
                <a:solidFill>
                  <a:srgbClr val="102A43"/>
                </a:solidFill>
                <a:latin typeface="Arial"/>
                <a:ea typeface="Arial"/>
                <a:cs typeface="Arial"/>
              </a:defRPr>
            </a:lvl5pPr>
            <a:lvl6pPr algn="l">
              <a:defRPr sz="3300" b="1">
                <a:solidFill>
                  <a:srgbClr val="102A43"/>
                </a:solidFill>
                <a:latin typeface="Arial"/>
                <a:ea typeface="Arial"/>
                <a:cs typeface="Arial"/>
              </a:defRPr>
            </a:lvl6pPr>
            <a:lvl7pPr algn="l">
              <a:defRPr sz="3300" b="1">
                <a:solidFill>
                  <a:srgbClr val="102A43"/>
                </a:solidFill>
                <a:latin typeface="Arial"/>
                <a:ea typeface="Arial"/>
                <a:cs typeface="Arial"/>
              </a:defRPr>
            </a:lvl7pPr>
            <a:lvl8pPr algn="l">
              <a:defRPr sz="3300" b="1">
                <a:solidFill>
                  <a:srgbClr val="102A43"/>
                </a:solidFill>
                <a:latin typeface="Arial"/>
                <a:ea typeface="Arial"/>
                <a:cs typeface="Arial"/>
              </a:defRPr>
            </a:lvl8pPr>
            <a:lvl9pPr algn="l">
              <a:defRPr sz="3300" b="1">
                <a:solidFill>
                  <a:srgbClr val="102A43"/>
                </a:solidFill>
                <a:latin typeface="Arial"/>
                <a:ea typeface="Arial"/>
                <a:cs typeface="Arial"/>
              </a:defRPr>
            </a:lvl9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System workflow and architecture</a:t>
            </a:r>
          </a:p>
        </p:txBody>
      </p:sp>
      <p:sp>
        <p:nvSpPr>
          <p:cNvPr id="2" name="subtitle">
            <a:extLst xmlns:a="http://schemas.openxmlformats.org/drawingml/2006/main">
              <a:ext uri="{FF2B5EF4-FFF2-40B4-BE49-F238E27FC236}">
                <a16:creationId xmlns:a16="http://schemas.microsoft.com/office/drawing/2014/main" id="{62F422AF-C1A8-4614-964C-04301EFA80AA}"/>
              </a:ext>
            </a:extLst>
          </p:cNvPr>
          <p:cNvSpPr>
            <a:spLocks xmlns:a="http://schemas.openxmlformats.org/drawingml/2006/main" noGrp="1"/>
          </p:cNvSpPr>
          <p:nvPr/>
        </p:nvSpPr>
        <p:spPr>
          <a:xfrm xmlns:a="http://schemas.openxmlformats.org/drawingml/2006/main">
            <a:off x="704850" y="9620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26777"/>
                </a:solidFill>
                <a:latin typeface="Arial"/>
                <a:ea typeface="Arial"/>
                <a:cs typeface="Arial"/>
              </a:defRPr>
            </a:defPPr>
            <a:lvl1pPr algn="l">
              <a:defRPr sz="1650" b="0">
                <a:solidFill>
                  <a:srgbClr val="526777"/>
                </a:solidFill>
                <a:latin typeface="Arial"/>
                <a:ea typeface="Arial"/>
                <a:cs typeface="Arial"/>
              </a:defRPr>
            </a:lvl1pPr>
            <a:lvl2pPr algn="l">
              <a:defRPr sz="1650" b="0">
                <a:solidFill>
                  <a:srgbClr val="526777"/>
                </a:solidFill>
                <a:latin typeface="Arial"/>
                <a:ea typeface="Arial"/>
                <a:cs typeface="Arial"/>
              </a:defRPr>
            </a:lvl2pPr>
            <a:lvl3pPr algn="l">
              <a:defRPr sz="1650" b="0">
                <a:solidFill>
                  <a:srgbClr val="526777"/>
                </a:solidFill>
                <a:latin typeface="Arial"/>
                <a:ea typeface="Arial"/>
                <a:cs typeface="Arial"/>
              </a:defRPr>
            </a:lvl3pPr>
            <a:lvl4pPr algn="l">
              <a:defRPr sz="1650" b="0">
                <a:solidFill>
                  <a:srgbClr val="526777"/>
                </a:solidFill>
                <a:latin typeface="Arial"/>
                <a:ea typeface="Arial"/>
                <a:cs typeface="Arial"/>
              </a:defRPr>
            </a:lvl4pPr>
            <a:lvl5pPr algn="l">
              <a:defRPr sz="1650" b="0">
                <a:solidFill>
                  <a:srgbClr val="526777"/>
                </a:solidFill>
                <a:latin typeface="Arial"/>
                <a:ea typeface="Arial"/>
                <a:cs typeface="Arial"/>
              </a:defRPr>
            </a:lvl5pPr>
            <a:lvl6pPr algn="l">
              <a:defRPr sz="1650" b="0">
                <a:solidFill>
                  <a:srgbClr val="526777"/>
                </a:solidFill>
                <a:latin typeface="Arial"/>
                <a:ea typeface="Arial"/>
                <a:cs typeface="Arial"/>
              </a:defRPr>
            </a:lvl6pPr>
            <a:lvl7pPr algn="l">
              <a:defRPr sz="1650" b="0">
                <a:solidFill>
                  <a:srgbClr val="526777"/>
                </a:solidFill>
                <a:latin typeface="Arial"/>
                <a:ea typeface="Arial"/>
                <a:cs typeface="Arial"/>
              </a:defRPr>
            </a:lvl7pPr>
            <a:lvl8pPr algn="l">
              <a:defRPr sz="1650" b="0">
                <a:solidFill>
                  <a:srgbClr val="526777"/>
                </a:solidFill>
                <a:latin typeface="Arial"/>
                <a:ea typeface="Arial"/>
                <a:cs typeface="Arial"/>
              </a:defRPr>
            </a:lvl8pPr>
            <a:lvl9pPr algn="l">
              <a:defRPr sz="1650" b="0">
                <a:solidFill>
                  <a:srgbClr val="526777"/>
                </a:solidFill>
                <a:latin typeface="Arial"/>
                <a:ea typeface="Arial"/>
                <a:cs typeface="Arial"/>
              </a:defRPr>
            </a:lvl9pPr>
          </a:lstStyle>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A project manager assigns work. A member tracks progress and leaves comments.</a:t>
            </a:r>
          </a:p>
        </p:txBody>
      </p:sp>
      <p:sp>
        <p:nvSpPr>
          <p:cNvPr id="3" name="footer-line">
            <a:extLst xmlns:a="http://schemas.openxmlformats.org/drawingml/2006/main">
              <a:ext uri="{FF2B5EF4-FFF2-40B4-BE49-F238E27FC236}">
                <a16:creationId xmlns:a16="http://schemas.microsoft.com/office/drawing/2014/main" id="{82364BDE-029B-4664-B13A-6FC6C4E2F7D1}"/>
              </a:ext>
            </a:extLst>
          </p:cNvPr>
          <p:cNvSpPr>
            <a:spLocks xmlns:a="http://schemas.openxmlformats.org/drawingml/2006/main" noGrp="1"/>
          </p:cNvSpPr>
          <p:nvPr/>
        </p:nvSpPr>
        <p:spPr>
          <a:xfrm xmlns:a="http://schemas.openxmlformats.org/drawingml/2006/main">
            <a:off x="685800" y="6391275"/>
            <a:ext cx="108204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BF236975-9D83-420E-9856-8CB9D1485DAA}"/>
              </a:ext>
            </a:extLst>
          </p:cNvPr>
          <p:cNvSpPr>
            <a:spLocks xmlns:a="http://schemas.openxmlformats.org/drawingml/2006/main" noGrp="1"/>
          </p:cNvSpPr>
          <p:nvPr/>
        </p:nvSpPr>
        <p:spPr>
          <a:xfrm xmlns:a="http://schemas.openxmlformats.org/drawingml/2006/main">
            <a:off x="685800" y="64770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777"/>
                </a:solidFill>
                <a:latin typeface="Arial"/>
                <a:ea typeface="Arial"/>
                <a:cs typeface="Arial"/>
              </a:defRPr>
            </a:defPPr>
            <a:lvl1pPr algn="l">
              <a:defRPr sz="1125" b="0">
                <a:solidFill>
                  <a:srgbClr val="526777"/>
                </a:solidFill>
                <a:latin typeface="Arial"/>
                <a:ea typeface="Arial"/>
                <a:cs typeface="Arial"/>
              </a:defRPr>
            </a:lvl1pPr>
            <a:lvl2pPr algn="l">
              <a:defRPr sz="1125" b="0">
                <a:solidFill>
                  <a:srgbClr val="526777"/>
                </a:solidFill>
                <a:latin typeface="Arial"/>
                <a:ea typeface="Arial"/>
                <a:cs typeface="Arial"/>
              </a:defRPr>
            </a:lvl2pPr>
            <a:lvl3pPr algn="l">
              <a:defRPr sz="1125" b="0">
                <a:solidFill>
                  <a:srgbClr val="526777"/>
                </a:solidFill>
                <a:latin typeface="Arial"/>
                <a:ea typeface="Arial"/>
                <a:cs typeface="Arial"/>
              </a:defRPr>
            </a:lvl3pPr>
            <a:lvl4pPr algn="l">
              <a:defRPr sz="1125" b="0">
                <a:solidFill>
                  <a:srgbClr val="526777"/>
                </a:solidFill>
                <a:latin typeface="Arial"/>
                <a:ea typeface="Arial"/>
                <a:cs typeface="Arial"/>
              </a:defRPr>
            </a:lvl4pPr>
            <a:lvl5pPr algn="l">
              <a:defRPr sz="1125" b="0">
                <a:solidFill>
                  <a:srgbClr val="526777"/>
                </a:solidFill>
                <a:latin typeface="Arial"/>
                <a:ea typeface="Arial"/>
                <a:cs typeface="Arial"/>
              </a:defRPr>
            </a:lvl5pPr>
            <a:lvl6pPr algn="l">
              <a:defRPr sz="1125" b="0">
                <a:solidFill>
                  <a:srgbClr val="526777"/>
                </a:solidFill>
                <a:latin typeface="Arial"/>
                <a:ea typeface="Arial"/>
                <a:cs typeface="Arial"/>
              </a:defRPr>
            </a:lvl6pPr>
            <a:lvl7pPr algn="l">
              <a:defRPr sz="1125" b="0">
                <a:solidFill>
                  <a:srgbClr val="526777"/>
                </a:solidFill>
                <a:latin typeface="Arial"/>
                <a:ea typeface="Arial"/>
                <a:cs typeface="Arial"/>
              </a:defRPr>
            </a:lvl7pPr>
            <a:lvl8pPr algn="l">
              <a:defRPr sz="1125" b="0">
                <a:solidFill>
                  <a:srgbClr val="526777"/>
                </a:solidFill>
                <a:latin typeface="Arial"/>
                <a:ea typeface="Arial"/>
                <a:cs typeface="Arial"/>
              </a:defRPr>
            </a:lvl8pPr>
            <a:lvl9pPr algn="l">
              <a:defRPr sz="1125" b="0">
                <a:solidFill>
                  <a:srgbClr val="526777"/>
                </a:solidFill>
                <a:latin typeface="Arial"/>
                <a:ea typeface="Arial"/>
                <a:cs typeface="Arial"/>
              </a:defRPr>
            </a:lvl9pPr>
          </a:lstStyle>
          <a:p xmlns:a="http://schemas.openxmlformats.org/drawingml/2006/main">
            <a:pPr algn="l">
              <a:defRPr sz="1125" b="0">
                <a:solidFill>
                  <a:srgbClr val="526777"/>
                </a:solidFill>
                <a:latin typeface="Arial"/>
                <a:ea typeface="Arial"/>
                <a:cs typeface="Arial"/>
              </a:defRPr>
            </a:pPr>
            <a:r>
              <a:rPr sz="1125" b="0">
                <a:solidFill>
                  <a:srgbClr val="526777"/>
                </a:solidFill>
                <a:latin typeface="Arial"/>
                <a:ea typeface="Arial"/>
                <a:cs typeface="Arial"/>
              </a:rPr>
              <a:t>Task Management System | CTO review</a:t>
            </a:r>
          </a:p>
        </p:txBody>
      </p:sp>
      <p:sp>
        <p:nvSpPr>
          <p:cNvPr id="5" name="page">
            <a:extLst xmlns:a="http://schemas.openxmlformats.org/drawingml/2006/main">
              <a:ext uri="{FF2B5EF4-FFF2-40B4-BE49-F238E27FC236}">
                <a16:creationId xmlns:a16="http://schemas.microsoft.com/office/drawing/2014/main" id="{6CCA61A3-BA27-4712-9671-6F8F7B378096}"/>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777"/>
                </a:solidFill>
                <a:latin typeface="Arial"/>
                <a:ea typeface="Arial"/>
                <a:cs typeface="Arial"/>
              </a:defRPr>
            </a:defPPr>
            <a:lvl1pPr algn="r">
              <a:defRPr sz="1125" b="1">
                <a:solidFill>
                  <a:srgbClr val="526777"/>
                </a:solidFill>
                <a:latin typeface="Arial"/>
                <a:ea typeface="Arial"/>
                <a:cs typeface="Arial"/>
              </a:defRPr>
            </a:lvl1pPr>
            <a:lvl2pPr algn="r">
              <a:defRPr sz="1125" b="1">
                <a:solidFill>
                  <a:srgbClr val="526777"/>
                </a:solidFill>
                <a:latin typeface="Arial"/>
                <a:ea typeface="Arial"/>
                <a:cs typeface="Arial"/>
              </a:defRPr>
            </a:lvl2pPr>
            <a:lvl3pPr algn="r">
              <a:defRPr sz="1125" b="1">
                <a:solidFill>
                  <a:srgbClr val="526777"/>
                </a:solidFill>
                <a:latin typeface="Arial"/>
                <a:ea typeface="Arial"/>
                <a:cs typeface="Arial"/>
              </a:defRPr>
            </a:lvl3pPr>
            <a:lvl4pPr algn="r">
              <a:defRPr sz="1125" b="1">
                <a:solidFill>
                  <a:srgbClr val="526777"/>
                </a:solidFill>
                <a:latin typeface="Arial"/>
                <a:ea typeface="Arial"/>
                <a:cs typeface="Arial"/>
              </a:defRPr>
            </a:lvl4pPr>
            <a:lvl5pPr algn="r">
              <a:defRPr sz="1125" b="1">
                <a:solidFill>
                  <a:srgbClr val="526777"/>
                </a:solidFill>
                <a:latin typeface="Arial"/>
                <a:ea typeface="Arial"/>
                <a:cs typeface="Arial"/>
              </a:defRPr>
            </a:lvl5pPr>
            <a:lvl6pPr algn="r">
              <a:defRPr sz="1125" b="1">
                <a:solidFill>
                  <a:srgbClr val="526777"/>
                </a:solidFill>
                <a:latin typeface="Arial"/>
                <a:ea typeface="Arial"/>
                <a:cs typeface="Arial"/>
              </a:defRPr>
            </a:lvl6pPr>
            <a:lvl7pPr algn="r">
              <a:defRPr sz="1125" b="1">
                <a:solidFill>
                  <a:srgbClr val="526777"/>
                </a:solidFill>
                <a:latin typeface="Arial"/>
                <a:ea typeface="Arial"/>
                <a:cs typeface="Arial"/>
              </a:defRPr>
            </a:lvl7pPr>
            <a:lvl8pPr algn="r">
              <a:defRPr sz="1125" b="1">
                <a:solidFill>
                  <a:srgbClr val="526777"/>
                </a:solidFill>
                <a:latin typeface="Arial"/>
                <a:ea typeface="Arial"/>
                <a:cs typeface="Arial"/>
              </a:defRPr>
            </a:lvl8pPr>
            <a:lvl9pPr algn="r">
              <a:defRPr sz="1125" b="1">
                <a:solidFill>
                  <a:srgbClr val="526777"/>
                </a:solidFill>
                <a:latin typeface="Arial"/>
                <a:ea typeface="Arial"/>
                <a:cs typeface="Arial"/>
              </a:defRPr>
            </a:lvl9pPr>
          </a:lstStyle>
          <a:p xmlns:a="http://schemas.openxmlformats.org/drawingml/2006/main">
            <a:pPr algn="r">
              <a:defRPr sz="1125" b="1">
                <a:solidFill>
                  <a:srgbClr val="526777"/>
                </a:solidFill>
                <a:latin typeface="Arial"/>
                <a:ea typeface="Arial"/>
                <a:cs typeface="Arial"/>
              </a:defRPr>
            </a:pPr>
            <a:r>
              <a:rPr sz="1125" b="1">
                <a:solidFill>
                  <a:srgbClr val="526777"/>
                </a:solidFill>
                <a:latin typeface="Arial"/>
                <a:ea typeface="Arial"/>
                <a:cs typeface="Arial"/>
              </a:rPr>
              <a:t>02</a:t>
            </a:r>
          </a:p>
        </p:txBody>
      </p:sp>
      <p:sp>
        <p:nvSpPr>
          <p:cNvPr id="6" name="layer-0">
            <a:extLst xmlns:a="http://schemas.openxmlformats.org/drawingml/2006/main">
              <a:ext uri="{FF2B5EF4-FFF2-40B4-BE49-F238E27FC236}">
                <a16:creationId xmlns:a16="http://schemas.microsoft.com/office/drawing/2014/main" id="{8998F50B-8775-4BD9-A28F-3F4448BEDD03}"/>
              </a:ext>
            </a:extLst>
          </p:cNvPr>
          <p:cNvSpPr>
            <a:spLocks xmlns:a="http://schemas.openxmlformats.org/drawingml/2006/main" noGrp="1"/>
          </p:cNvSpPr>
          <p:nvPr/>
        </p:nvSpPr>
        <p:spPr>
          <a:xfrm xmlns:a="http://schemas.openxmlformats.org/drawingml/2006/main">
            <a:off x="742950" y="2190750"/>
            <a:ext cx="2095500" cy="1276350"/>
          </a:xfrm>
          <a:prstGeom xmlns:a="http://schemas.openxmlformats.org/drawingml/2006/main" prst="roundRect">
            <a:avLst>
              <a:gd name="adj" fmla="val 8955"/>
            </a:avLst>
          </a:prstGeom>
          <a:solidFill xmlns:a="http://schemas.openxmlformats.org/drawingml/2006/main">
            <a:srgbClr val="E7EFF5"/>
          </a:solidFill>
          <a:ln xmlns:a="http://schemas.openxmlformats.org/drawingml/2006/main" w="0">
            <a:noFill/>
            <a:prstDash val="solid"/>
          </a:ln>
        </p:spPr>
      </p:sp>
      <p:sp>
        <p:nvSpPr>
          <p:cNvPr id="7" name="head-0">
            <a:extLst xmlns:a="http://schemas.openxmlformats.org/drawingml/2006/main">
              <a:ext uri="{FF2B5EF4-FFF2-40B4-BE49-F238E27FC236}">
                <a16:creationId xmlns:a16="http://schemas.microsoft.com/office/drawing/2014/main" id="{D62CDFB6-B8CB-4044-B1A0-A6A936B2FDB7}"/>
              </a:ext>
            </a:extLst>
          </p:cNvPr>
          <p:cNvSpPr>
            <a:spLocks xmlns:a="http://schemas.openxmlformats.org/drawingml/2006/main" noGrp="1"/>
          </p:cNvSpPr>
          <p:nvPr/>
        </p:nvSpPr>
        <p:spPr>
          <a:xfrm xmlns:a="http://schemas.openxmlformats.org/drawingml/2006/main">
            <a:off x="838200" y="23812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2A43"/>
                </a:solidFill>
                <a:latin typeface="Arial"/>
                <a:ea typeface="Arial"/>
                <a:cs typeface="Arial"/>
              </a:defRPr>
            </a:defPPr>
            <a:lvl1pPr algn="ctr">
              <a:defRPr sz="1650" b="1">
                <a:solidFill>
                  <a:srgbClr val="102A43"/>
                </a:solidFill>
                <a:latin typeface="Arial"/>
                <a:ea typeface="Arial"/>
                <a:cs typeface="Arial"/>
              </a:defRPr>
            </a:lvl1pPr>
            <a:lvl2pPr algn="ctr">
              <a:defRPr sz="1650" b="1">
                <a:solidFill>
                  <a:srgbClr val="102A43"/>
                </a:solidFill>
                <a:latin typeface="Arial"/>
                <a:ea typeface="Arial"/>
                <a:cs typeface="Arial"/>
              </a:defRPr>
            </a:lvl2pPr>
            <a:lvl3pPr algn="ctr">
              <a:defRPr sz="1650" b="1">
                <a:solidFill>
                  <a:srgbClr val="102A43"/>
                </a:solidFill>
                <a:latin typeface="Arial"/>
                <a:ea typeface="Arial"/>
                <a:cs typeface="Arial"/>
              </a:defRPr>
            </a:lvl3pPr>
            <a:lvl4pPr algn="ctr">
              <a:defRPr sz="1650" b="1">
                <a:solidFill>
                  <a:srgbClr val="102A43"/>
                </a:solidFill>
                <a:latin typeface="Arial"/>
                <a:ea typeface="Arial"/>
                <a:cs typeface="Arial"/>
              </a:defRPr>
            </a:lvl4pPr>
            <a:lvl5pPr algn="ctr">
              <a:defRPr sz="1650" b="1">
                <a:solidFill>
                  <a:srgbClr val="102A43"/>
                </a:solidFill>
                <a:latin typeface="Arial"/>
                <a:ea typeface="Arial"/>
                <a:cs typeface="Arial"/>
              </a:defRPr>
            </a:lvl5pPr>
            <a:lvl6pPr algn="ctr">
              <a:defRPr sz="1650" b="1">
                <a:solidFill>
                  <a:srgbClr val="102A43"/>
                </a:solidFill>
                <a:latin typeface="Arial"/>
                <a:ea typeface="Arial"/>
                <a:cs typeface="Arial"/>
              </a:defRPr>
            </a:lvl6pPr>
            <a:lvl7pPr algn="ctr">
              <a:defRPr sz="1650" b="1">
                <a:solidFill>
                  <a:srgbClr val="102A43"/>
                </a:solidFill>
                <a:latin typeface="Arial"/>
                <a:ea typeface="Arial"/>
                <a:cs typeface="Arial"/>
              </a:defRPr>
            </a:lvl7pPr>
            <a:lvl8pPr algn="ctr">
              <a:defRPr sz="1650" b="1">
                <a:solidFill>
                  <a:srgbClr val="102A43"/>
                </a:solidFill>
                <a:latin typeface="Arial"/>
                <a:ea typeface="Arial"/>
                <a:cs typeface="Arial"/>
              </a:defRPr>
            </a:lvl8pPr>
            <a:lvl9pPr algn="ctr">
              <a:defRPr sz="1650" b="1">
                <a:solidFill>
                  <a:srgbClr val="102A43"/>
                </a:solidFill>
                <a:latin typeface="Arial"/>
                <a:ea typeface="Arial"/>
                <a:cs typeface="Arial"/>
              </a:defRPr>
            </a:lvl9pPr>
          </a:lstStyle>
          <a:p xmlns:a="http://schemas.openxmlformats.org/drawingml/2006/main">
            <a:pPr algn="ctr">
              <a:defRPr sz="1650" b="1">
                <a:solidFill>
                  <a:srgbClr val="102A43"/>
                </a:solidFill>
                <a:latin typeface="Arial"/>
                <a:ea typeface="Arial"/>
                <a:cs typeface="Arial"/>
              </a:defRPr>
            </a:pPr>
            <a:r>
              <a:rPr sz="1650" b="1">
                <a:solidFill>
                  <a:srgbClr val="102A43"/>
                </a:solidFill>
                <a:latin typeface="Arial"/>
                <a:ea typeface="Arial"/>
                <a:cs typeface="Arial"/>
              </a:rPr>
              <a:t>Client</a:t>
            </a:r>
          </a:p>
        </p:txBody>
      </p:sp>
      <p:sp>
        <p:nvSpPr>
          <p:cNvPr id="8" name="copy-0">
            <a:extLst xmlns:a="http://schemas.openxmlformats.org/drawingml/2006/main">
              <a:ext uri="{FF2B5EF4-FFF2-40B4-BE49-F238E27FC236}">
                <a16:creationId xmlns:a16="http://schemas.microsoft.com/office/drawing/2014/main" id="{11C6989E-3F77-4E0C-9371-74E2C15DF51E}"/>
              </a:ext>
            </a:extLst>
          </p:cNvPr>
          <p:cNvSpPr>
            <a:spLocks xmlns:a="http://schemas.openxmlformats.org/drawingml/2006/main" noGrp="1"/>
          </p:cNvSpPr>
          <p:nvPr/>
        </p:nvSpPr>
        <p:spPr>
          <a:xfrm xmlns:a="http://schemas.openxmlformats.org/drawingml/2006/main">
            <a:off x="838200" y="2809875"/>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172B3A"/>
                </a:solidFill>
                <a:latin typeface="Arial"/>
                <a:ea typeface="Arial"/>
                <a:cs typeface="Arial"/>
              </a:defRPr>
            </a:defPPr>
            <a:lvl1pPr algn="ctr">
              <a:defRPr sz="1425" b="0">
                <a:solidFill>
                  <a:srgbClr val="172B3A"/>
                </a:solidFill>
                <a:latin typeface="Arial"/>
                <a:ea typeface="Arial"/>
                <a:cs typeface="Arial"/>
              </a:defRPr>
            </a:lvl1pPr>
            <a:lvl2pPr algn="ctr">
              <a:defRPr sz="1425" b="0">
                <a:solidFill>
                  <a:srgbClr val="172B3A"/>
                </a:solidFill>
                <a:latin typeface="Arial"/>
                <a:ea typeface="Arial"/>
                <a:cs typeface="Arial"/>
              </a:defRPr>
            </a:lvl2pPr>
            <a:lvl3pPr algn="ctr">
              <a:defRPr sz="1425" b="0">
                <a:solidFill>
                  <a:srgbClr val="172B3A"/>
                </a:solidFill>
                <a:latin typeface="Arial"/>
                <a:ea typeface="Arial"/>
                <a:cs typeface="Arial"/>
              </a:defRPr>
            </a:lvl3pPr>
            <a:lvl4pPr algn="ctr">
              <a:defRPr sz="1425" b="0">
                <a:solidFill>
                  <a:srgbClr val="172B3A"/>
                </a:solidFill>
                <a:latin typeface="Arial"/>
                <a:ea typeface="Arial"/>
                <a:cs typeface="Arial"/>
              </a:defRPr>
            </a:lvl4pPr>
            <a:lvl5pPr algn="ctr">
              <a:defRPr sz="1425" b="0">
                <a:solidFill>
                  <a:srgbClr val="172B3A"/>
                </a:solidFill>
                <a:latin typeface="Arial"/>
                <a:ea typeface="Arial"/>
                <a:cs typeface="Arial"/>
              </a:defRPr>
            </a:lvl5pPr>
            <a:lvl6pPr algn="ctr">
              <a:defRPr sz="1425" b="0">
                <a:solidFill>
                  <a:srgbClr val="172B3A"/>
                </a:solidFill>
                <a:latin typeface="Arial"/>
                <a:ea typeface="Arial"/>
                <a:cs typeface="Arial"/>
              </a:defRPr>
            </a:lvl6pPr>
            <a:lvl7pPr algn="ctr">
              <a:defRPr sz="1425" b="0">
                <a:solidFill>
                  <a:srgbClr val="172B3A"/>
                </a:solidFill>
                <a:latin typeface="Arial"/>
                <a:ea typeface="Arial"/>
                <a:cs typeface="Arial"/>
              </a:defRPr>
            </a:lvl7pPr>
            <a:lvl8pPr algn="ctr">
              <a:defRPr sz="1425" b="0">
                <a:solidFill>
                  <a:srgbClr val="172B3A"/>
                </a:solidFill>
                <a:latin typeface="Arial"/>
                <a:ea typeface="Arial"/>
                <a:cs typeface="Arial"/>
              </a:defRPr>
            </a:lvl8pPr>
            <a:lvl9pPr algn="ctr">
              <a:defRPr sz="1425" b="0">
                <a:solidFill>
                  <a:srgbClr val="172B3A"/>
                </a:solidFill>
                <a:latin typeface="Arial"/>
                <a:ea typeface="Arial"/>
                <a:cs typeface="Arial"/>
              </a:defRPr>
            </a:lvl9pPr>
          </a:lstStyle>
          <a:p xmlns:a="http://schemas.openxmlformats.org/drawingml/2006/main">
            <a:pPr algn="ctr">
              <a:defRPr sz="1425" b="0">
                <a:solidFill>
                  <a:srgbClr val="172B3A"/>
                </a:solidFill>
                <a:latin typeface="Arial"/>
                <a:ea typeface="Arial"/>
                <a:cs typeface="Arial"/>
              </a:defRPr>
            </a:pPr>
            <a:r>
              <a:rPr sz="1425" b="0">
                <a:solidFill>
                  <a:srgbClr val="172B3A"/>
                </a:solidFill>
                <a:latin typeface="Arial"/>
                <a:ea typeface="Arial"/>
                <a:cs typeface="Arial"/>
              </a:rPr>
              <a:t>Swagger UI / Postman</a:t>
            </a:r>
          </a:p>
        </p:txBody>
      </p:sp>
      <p:sp>
        <p:nvSpPr>
          <p:cNvPr id="9" name="link-0">
            <a:extLst xmlns:a="http://schemas.openxmlformats.org/drawingml/2006/main">
              <a:ext uri="{FF2B5EF4-FFF2-40B4-BE49-F238E27FC236}">
                <a16:creationId xmlns:a16="http://schemas.microsoft.com/office/drawing/2014/main" id="{C8B8E808-90B3-4A5B-8403-A9E4F79754A8}"/>
              </a:ext>
            </a:extLst>
          </p:cNvPr>
          <p:cNvSpPr>
            <a:spLocks xmlns:a="http://schemas.openxmlformats.org/drawingml/2006/main" noGrp="1"/>
          </p:cNvSpPr>
          <p:nvPr/>
        </p:nvSpPr>
        <p:spPr>
          <a:xfrm xmlns:a="http://schemas.openxmlformats.org/drawingml/2006/main">
            <a:off x="2895600" y="2828925"/>
            <a:ext cx="219075" cy="0"/>
          </a:xfrm>
          <a:prstGeom xmlns:a="http://schemas.openxmlformats.org/drawingml/2006/main" prst="line">
            <a:avLst/>
          </a:prstGeom>
          <a:noFill xmlns:a="http://schemas.openxmlformats.org/drawingml/2006/main"/>
          <a:ln xmlns:a="http://schemas.openxmlformats.org/drawingml/2006/main" w="28575">
            <a:solidFill>
              <a:srgbClr val="147D79"/>
            </a:solidFill>
            <a:prstDash val="solid"/>
          </a:ln>
        </p:spPr>
      </p:sp>
      <p:sp>
        <p:nvSpPr>
          <p:cNvPr id="10" name="layer-1">
            <a:extLst xmlns:a="http://schemas.openxmlformats.org/drawingml/2006/main">
              <a:ext uri="{FF2B5EF4-FFF2-40B4-BE49-F238E27FC236}">
                <a16:creationId xmlns:a16="http://schemas.microsoft.com/office/drawing/2014/main" id="{FB62ECCB-9583-43C0-97E1-1B5302010CE1}"/>
              </a:ext>
            </a:extLst>
          </p:cNvPr>
          <p:cNvSpPr>
            <a:spLocks xmlns:a="http://schemas.openxmlformats.org/drawingml/2006/main" noGrp="1"/>
          </p:cNvSpPr>
          <p:nvPr/>
        </p:nvSpPr>
        <p:spPr>
          <a:xfrm xmlns:a="http://schemas.openxmlformats.org/drawingml/2006/main">
            <a:off x="3190875" y="2190750"/>
            <a:ext cx="2286000" cy="1276350"/>
          </a:xfrm>
          <a:prstGeom xmlns:a="http://schemas.openxmlformats.org/drawingml/2006/main" prst="roundRect">
            <a:avLst>
              <a:gd name="adj" fmla="val 8955"/>
            </a:avLst>
          </a:prstGeom>
          <a:solidFill xmlns:a="http://schemas.openxmlformats.org/drawingml/2006/main">
            <a:srgbClr val="D8F0EB"/>
          </a:solidFill>
          <a:ln xmlns:a="http://schemas.openxmlformats.org/drawingml/2006/main" w="0">
            <a:noFill/>
            <a:prstDash val="solid"/>
          </a:ln>
        </p:spPr>
      </p:sp>
      <p:sp>
        <p:nvSpPr>
          <p:cNvPr id="11" name="head-1">
            <a:extLst xmlns:a="http://schemas.openxmlformats.org/drawingml/2006/main">
              <a:ext uri="{FF2B5EF4-FFF2-40B4-BE49-F238E27FC236}">
                <a16:creationId xmlns:a16="http://schemas.microsoft.com/office/drawing/2014/main" id="{1A76A231-B309-4BE0-91B9-85E547C13335}"/>
              </a:ext>
            </a:extLst>
          </p:cNvPr>
          <p:cNvSpPr>
            <a:spLocks xmlns:a="http://schemas.openxmlformats.org/drawingml/2006/main" noGrp="1"/>
          </p:cNvSpPr>
          <p:nvPr/>
        </p:nvSpPr>
        <p:spPr>
          <a:xfrm xmlns:a="http://schemas.openxmlformats.org/drawingml/2006/main">
            <a:off x="3286125" y="23812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2A43"/>
                </a:solidFill>
                <a:latin typeface="Arial"/>
                <a:ea typeface="Arial"/>
                <a:cs typeface="Arial"/>
              </a:defRPr>
            </a:defPPr>
            <a:lvl1pPr algn="ctr">
              <a:defRPr sz="1650" b="1">
                <a:solidFill>
                  <a:srgbClr val="102A43"/>
                </a:solidFill>
                <a:latin typeface="Arial"/>
                <a:ea typeface="Arial"/>
                <a:cs typeface="Arial"/>
              </a:defRPr>
            </a:lvl1pPr>
            <a:lvl2pPr algn="ctr">
              <a:defRPr sz="1650" b="1">
                <a:solidFill>
                  <a:srgbClr val="102A43"/>
                </a:solidFill>
                <a:latin typeface="Arial"/>
                <a:ea typeface="Arial"/>
                <a:cs typeface="Arial"/>
              </a:defRPr>
            </a:lvl2pPr>
            <a:lvl3pPr algn="ctr">
              <a:defRPr sz="1650" b="1">
                <a:solidFill>
                  <a:srgbClr val="102A43"/>
                </a:solidFill>
                <a:latin typeface="Arial"/>
                <a:ea typeface="Arial"/>
                <a:cs typeface="Arial"/>
              </a:defRPr>
            </a:lvl3pPr>
            <a:lvl4pPr algn="ctr">
              <a:defRPr sz="1650" b="1">
                <a:solidFill>
                  <a:srgbClr val="102A43"/>
                </a:solidFill>
                <a:latin typeface="Arial"/>
                <a:ea typeface="Arial"/>
                <a:cs typeface="Arial"/>
              </a:defRPr>
            </a:lvl4pPr>
            <a:lvl5pPr algn="ctr">
              <a:defRPr sz="1650" b="1">
                <a:solidFill>
                  <a:srgbClr val="102A43"/>
                </a:solidFill>
                <a:latin typeface="Arial"/>
                <a:ea typeface="Arial"/>
                <a:cs typeface="Arial"/>
              </a:defRPr>
            </a:lvl5pPr>
            <a:lvl6pPr algn="ctr">
              <a:defRPr sz="1650" b="1">
                <a:solidFill>
                  <a:srgbClr val="102A43"/>
                </a:solidFill>
                <a:latin typeface="Arial"/>
                <a:ea typeface="Arial"/>
                <a:cs typeface="Arial"/>
              </a:defRPr>
            </a:lvl6pPr>
            <a:lvl7pPr algn="ctr">
              <a:defRPr sz="1650" b="1">
                <a:solidFill>
                  <a:srgbClr val="102A43"/>
                </a:solidFill>
                <a:latin typeface="Arial"/>
                <a:ea typeface="Arial"/>
                <a:cs typeface="Arial"/>
              </a:defRPr>
            </a:lvl7pPr>
            <a:lvl8pPr algn="ctr">
              <a:defRPr sz="1650" b="1">
                <a:solidFill>
                  <a:srgbClr val="102A43"/>
                </a:solidFill>
                <a:latin typeface="Arial"/>
                <a:ea typeface="Arial"/>
                <a:cs typeface="Arial"/>
              </a:defRPr>
            </a:lvl8pPr>
            <a:lvl9pPr algn="ctr">
              <a:defRPr sz="1650" b="1">
                <a:solidFill>
                  <a:srgbClr val="102A43"/>
                </a:solidFill>
                <a:latin typeface="Arial"/>
                <a:ea typeface="Arial"/>
                <a:cs typeface="Arial"/>
              </a:defRPr>
            </a:lvl9pPr>
          </a:lstStyle>
          <a:p xmlns:a="http://schemas.openxmlformats.org/drawingml/2006/main">
            <a:pPr algn="ctr">
              <a:defRPr sz="1650" b="1">
                <a:solidFill>
                  <a:srgbClr val="102A43"/>
                </a:solidFill>
                <a:latin typeface="Arial"/>
                <a:ea typeface="Arial"/>
                <a:cs typeface="Arial"/>
              </a:defRPr>
            </a:pPr>
            <a:r>
              <a:rPr sz="1650" b="1">
                <a:solidFill>
                  <a:srgbClr val="102A43"/>
                </a:solidFill>
                <a:latin typeface="Arial"/>
                <a:ea typeface="Arial"/>
                <a:cs typeface="Arial"/>
              </a:rPr>
              <a:t>FastAPI routers</a:t>
            </a:r>
          </a:p>
        </p:txBody>
      </p:sp>
      <p:sp>
        <p:nvSpPr>
          <p:cNvPr id="12" name="copy-1">
            <a:extLst xmlns:a="http://schemas.openxmlformats.org/drawingml/2006/main">
              <a:ext uri="{FF2B5EF4-FFF2-40B4-BE49-F238E27FC236}">
                <a16:creationId xmlns:a16="http://schemas.microsoft.com/office/drawing/2014/main" id="{EEB5FA1E-2BAF-4AE6-B8D4-F4BA7B694B41}"/>
              </a:ext>
            </a:extLst>
          </p:cNvPr>
          <p:cNvSpPr>
            <a:spLocks xmlns:a="http://schemas.openxmlformats.org/drawingml/2006/main" noGrp="1"/>
          </p:cNvSpPr>
          <p:nvPr/>
        </p:nvSpPr>
        <p:spPr>
          <a:xfrm xmlns:a="http://schemas.openxmlformats.org/drawingml/2006/main">
            <a:off x="3286125" y="280987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172B3A"/>
                </a:solidFill>
                <a:latin typeface="Arial"/>
                <a:ea typeface="Arial"/>
                <a:cs typeface="Arial"/>
              </a:defRPr>
            </a:defPPr>
            <a:lvl1pPr algn="ctr">
              <a:defRPr sz="1425" b="0">
                <a:solidFill>
                  <a:srgbClr val="172B3A"/>
                </a:solidFill>
                <a:latin typeface="Arial"/>
                <a:ea typeface="Arial"/>
                <a:cs typeface="Arial"/>
              </a:defRPr>
            </a:lvl1pPr>
            <a:lvl2pPr algn="ctr">
              <a:defRPr sz="1425" b="0">
                <a:solidFill>
                  <a:srgbClr val="172B3A"/>
                </a:solidFill>
                <a:latin typeface="Arial"/>
                <a:ea typeface="Arial"/>
                <a:cs typeface="Arial"/>
              </a:defRPr>
            </a:lvl2pPr>
            <a:lvl3pPr algn="ctr">
              <a:defRPr sz="1425" b="0">
                <a:solidFill>
                  <a:srgbClr val="172B3A"/>
                </a:solidFill>
                <a:latin typeface="Arial"/>
                <a:ea typeface="Arial"/>
                <a:cs typeface="Arial"/>
              </a:defRPr>
            </a:lvl3pPr>
            <a:lvl4pPr algn="ctr">
              <a:defRPr sz="1425" b="0">
                <a:solidFill>
                  <a:srgbClr val="172B3A"/>
                </a:solidFill>
                <a:latin typeface="Arial"/>
                <a:ea typeface="Arial"/>
                <a:cs typeface="Arial"/>
              </a:defRPr>
            </a:lvl4pPr>
            <a:lvl5pPr algn="ctr">
              <a:defRPr sz="1425" b="0">
                <a:solidFill>
                  <a:srgbClr val="172B3A"/>
                </a:solidFill>
                <a:latin typeface="Arial"/>
                <a:ea typeface="Arial"/>
                <a:cs typeface="Arial"/>
              </a:defRPr>
            </a:lvl5pPr>
            <a:lvl6pPr algn="ctr">
              <a:defRPr sz="1425" b="0">
                <a:solidFill>
                  <a:srgbClr val="172B3A"/>
                </a:solidFill>
                <a:latin typeface="Arial"/>
                <a:ea typeface="Arial"/>
                <a:cs typeface="Arial"/>
              </a:defRPr>
            </a:lvl6pPr>
            <a:lvl7pPr algn="ctr">
              <a:defRPr sz="1425" b="0">
                <a:solidFill>
                  <a:srgbClr val="172B3A"/>
                </a:solidFill>
                <a:latin typeface="Arial"/>
                <a:ea typeface="Arial"/>
                <a:cs typeface="Arial"/>
              </a:defRPr>
            </a:lvl7pPr>
            <a:lvl8pPr algn="ctr">
              <a:defRPr sz="1425" b="0">
                <a:solidFill>
                  <a:srgbClr val="172B3A"/>
                </a:solidFill>
                <a:latin typeface="Arial"/>
                <a:ea typeface="Arial"/>
                <a:cs typeface="Arial"/>
              </a:defRPr>
            </a:lvl8pPr>
            <a:lvl9pPr algn="ctr">
              <a:defRPr sz="1425" b="0">
                <a:solidFill>
                  <a:srgbClr val="172B3A"/>
                </a:solidFill>
                <a:latin typeface="Arial"/>
                <a:ea typeface="Arial"/>
                <a:cs typeface="Arial"/>
              </a:defRPr>
            </a:lvl9pPr>
          </a:lstStyle>
          <a:p xmlns:a="http://schemas.openxmlformats.org/drawingml/2006/main">
            <a:pPr algn="ctr">
              <a:defRPr sz="1425" b="0">
                <a:solidFill>
                  <a:srgbClr val="172B3A"/>
                </a:solidFill>
                <a:latin typeface="Arial"/>
                <a:ea typeface="Arial"/>
                <a:cs typeface="Arial"/>
              </a:defRPr>
            </a:pPr>
            <a:r>
              <a:rPr sz="1425" b="0">
                <a:solidFill>
                  <a:srgbClr val="172B3A"/>
                </a:solidFill>
                <a:latin typeface="Arial"/>
                <a:ea typeface="Arial"/>
                <a:cs typeface="Arial"/>
              </a:rPr>
              <a:t>Auth · Projects</a:t>
            </a:r>
          </a:p>
          <a:p xmlns:a="http://schemas.openxmlformats.org/drawingml/2006/main">
            <a:pPr algn="ctr">
              <a:defRPr sz="1425" b="0">
                <a:solidFill>
                  <a:srgbClr val="172B3A"/>
                </a:solidFill>
                <a:latin typeface="Arial"/>
                <a:ea typeface="Arial"/>
                <a:cs typeface="Arial"/>
              </a:defRPr>
            </a:pPr>
            <a:r>
              <a:rPr sz="1425" b="0">
                <a:solidFill>
                  <a:srgbClr val="172B3A"/>
                </a:solidFill>
                <a:latin typeface="Arial"/>
                <a:ea typeface="Arial"/>
                <a:cs typeface="Arial"/>
              </a:rPr>
              <a:t>Tasks · Comments</a:t>
            </a:r>
          </a:p>
        </p:txBody>
      </p:sp>
      <p:sp>
        <p:nvSpPr>
          <p:cNvPr id="13" name="link-1">
            <a:extLst xmlns:a="http://schemas.openxmlformats.org/drawingml/2006/main">
              <a:ext uri="{FF2B5EF4-FFF2-40B4-BE49-F238E27FC236}">
                <a16:creationId xmlns:a16="http://schemas.microsoft.com/office/drawing/2014/main" id="{DD4404E3-DF61-432C-A4CD-5B61A4104276}"/>
              </a:ext>
            </a:extLst>
          </p:cNvPr>
          <p:cNvSpPr>
            <a:spLocks xmlns:a="http://schemas.openxmlformats.org/drawingml/2006/main" noGrp="1"/>
          </p:cNvSpPr>
          <p:nvPr/>
        </p:nvSpPr>
        <p:spPr>
          <a:xfrm xmlns:a="http://schemas.openxmlformats.org/drawingml/2006/main">
            <a:off x="5534025" y="2828925"/>
            <a:ext cx="247650" cy="0"/>
          </a:xfrm>
          <a:prstGeom xmlns:a="http://schemas.openxmlformats.org/drawingml/2006/main" prst="line">
            <a:avLst/>
          </a:prstGeom>
          <a:noFill xmlns:a="http://schemas.openxmlformats.org/drawingml/2006/main"/>
          <a:ln xmlns:a="http://schemas.openxmlformats.org/drawingml/2006/main" w="28575">
            <a:solidFill>
              <a:srgbClr val="147D79"/>
            </a:solidFill>
            <a:prstDash val="solid"/>
          </a:ln>
        </p:spPr>
      </p:sp>
      <p:sp>
        <p:nvSpPr>
          <p:cNvPr id="14" name="layer-2">
            <a:extLst xmlns:a="http://schemas.openxmlformats.org/drawingml/2006/main">
              <a:ext uri="{FF2B5EF4-FFF2-40B4-BE49-F238E27FC236}">
                <a16:creationId xmlns:a16="http://schemas.microsoft.com/office/drawing/2014/main" id="{83A75DDC-E234-4812-A26F-CC8B4EB19461}"/>
              </a:ext>
            </a:extLst>
          </p:cNvPr>
          <p:cNvSpPr>
            <a:spLocks xmlns:a="http://schemas.openxmlformats.org/drawingml/2006/main" noGrp="1"/>
          </p:cNvSpPr>
          <p:nvPr/>
        </p:nvSpPr>
        <p:spPr>
          <a:xfrm xmlns:a="http://schemas.openxmlformats.org/drawingml/2006/main">
            <a:off x="5857875" y="2190750"/>
            <a:ext cx="2286000" cy="1276350"/>
          </a:xfrm>
          <a:prstGeom xmlns:a="http://schemas.openxmlformats.org/drawingml/2006/main" prst="roundRect">
            <a:avLst>
              <a:gd name="adj" fmla="val 8955"/>
            </a:avLst>
          </a:prstGeom>
          <a:solidFill xmlns:a="http://schemas.openxmlformats.org/drawingml/2006/main">
            <a:srgbClr val="FFF2D7"/>
          </a:solidFill>
          <a:ln xmlns:a="http://schemas.openxmlformats.org/drawingml/2006/main" w="0">
            <a:noFill/>
            <a:prstDash val="solid"/>
          </a:ln>
        </p:spPr>
      </p:sp>
      <p:sp>
        <p:nvSpPr>
          <p:cNvPr id="15" name="head-2">
            <a:extLst xmlns:a="http://schemas.openxmlformats.org/drawingml/2006/main">
              <a:ext uri="{FF2B5EF4-FFF2-40B4-BE49-F238E27FC236}">
                <a16:creationId xmlns:a16="http://schemas.microsoft.com/office/drawing/2014/main" id="{5A0395E1-CEA5-4B73-88E0-E5491358554C}"/>
              </a:ext>
            </a:extLst>
          </p:cNvPr>
          <p:cNvSpPr>
            <a:spLocks xmlns:a="http://schemas.openxmlformats.org/drawingml/2006/main" noGrp="1"/>
          </p:cNvSpPr>
          <p:nvPr/>
        </p:nvSpPr>
        <p:spPr>
          <a:xfrm xmlns:a="http://schemas.openxmlformats.org/drawingml/2006/main">
            <a:off x="5953125" y="23812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2A43"/>
                </a:solidFill>
                <a:latin typeface="Arial"/>
                <a:ea typeface="Arial"/>
                <a:cs typeface="Arial"/>
              </a:defRPr>
            </a:defPPr>
            <a:lvl1pPr algn="ctr">
              <a:defRPr sz="1650" b="1">
                <a:solidFill>
                  <a:srgbClr val="102A43"/>
                </a:solidFill>
                <a:latin typeface="Arial"/>
                <a:ea typeface="Arial"/>
                <a:cs typeface="Arial"/>
              </a:defRPr>
            </a:lvl1pPr>
            <a:lvl2pPr algn="ctr">
              <a:defRPr sz="1650" b="1">
                <a:solidFill>
                  <a:srgbClr val="102A43"/>
                </a:solidFill>
                <a:latin typeface="Arial"/>
                <a:ea typeface="Arial"/>
                <a:cs typeface="Arial"/>
              </a:defRPr>
            </a:lvl2pPr>
            <a:lvl3pPr algn="ctr">
              <a:defRPr sz="1650" b="1">
                <a:solidFill>
                  <a:srgbClr val="102A43"/>
                </a:solidFill>
                <a:latin typeface="Arial"/>
                <a:ea typeface="Arial"/>
                <a:cs typeface="Arial"/>
              </a:defRPr>
            </a:lvl3pPr>
            <a:lvl4pPr algn="ctr">
              <a:defRPr sz="1650" b="1">
                <a:solidFill>
                  <a:srgbClr val="102A43"/>
                </a:solidFill>
                <a:latin typeface="Arial"/>
                <a:ea typeface="Arial"/>
                <a:cs typeface="Arial"/>
              </a:defRPr>
            </a:lvl4pPr>
            <a:lvl5pPr algn="ctr">
              <a:defRPr sz="1650" b="1">
                <a:solidFill>
                  <a:srgbClr val="102A43"/>
                </a:solidFill>
                <a:latin typeface="Arial"/>
                <a:ea typeface="Arial"/>
                <a:cs typeface="Arial"/>
              </a:defRPr>
            </a:lvl5pPr>
            <a:lvl6pPr algn="ctr">
              <a:defRPr sz="1650" b="1">
                <a:solidFill>
                  <a:srgbClr val="102A43"/>
                </a:solidFill>
                <a:latin typeface="Arial"/>
                <a:ea typeface="Arial"/>
                <a:cs typeface="Arial"/>
              </a:defRPr>
            </a:lvl6pPr>
            <a:lvl7pPr algn="ctr">
              <a:defRPr sz="1650" b="1">
                <a:solidFill>
                  <a:srgbClr val="102A43"/>
                </a:solidFill>
                <a:latin typeface="Arial"/>
                <a:ea typeface="Arial"/>
                <a:cs typeface="Arial"/>
              </a:defRPr>
            </a:lvl7pPr>
            <a:lvl8pPr algn="ctr">
              <a:defRPr sz="1650" b="1">
                <a:solidFill>
                  <a:srgbClr val="102A43"/>
                </a:solidFill>
                <a:latin typeface="Arial"/>
                <a:ea typeface="Arial"/>
                <a:cs typeface="Arial"/>
              </a:defRPr>
            </a:lvl8pPr>
            <a:lvl9pPr algn="ctr">
              <a:defRPr sz="1650" b="1">
                <a:solidFill>
                  <a:srgbClr val="102A43"/>
                </a:solidFill>
                <a:latin typeface="Arial"/>
                <a:ea typeface="Arial"/>
                <a:cs typeface="Arial"/>
              </a:defRPr>
            </a:lvl9pPr>
          </a:lstStyle>
          <a:p xmlns:a="http://schemas.openxmlformats.org/drawingml/2006/main">
            <a:pPr algn="ctr">
              <a:defRPr sz="1650" b="1">
                <a:solidFill>
                  <a:srgbClr val="102A43"/>
                </a:solidFill>
                <a:latin typeface="Arial"/>
                <a:ea typeface="Arial"/>
                <a:cs typeface="Arial"/>
              </a:defRPr>
            </a:pPr>
            <a:r>
              <a:rPr sz="1650" b="1">
                <a:solidFill>
                  <a:srgbClr val="102A43"/>
                </a:solidFill>
                <a:latin typeface="Arial"/>
                <a:ea typeface="Arial"/>
                <a:cs typeface="Arial"/>
              </a:rPr>
              <a:t>Service layer</a:t>
            </a:r>
          </a:p>
        </p:txBody>
      </p:sp>
      <p:sp>
        <p:nvSpPr>
          <p:cNvPr id="16" name="copy-2">
            <a:extLst xmlns:a="http://schemas.openxmlformats.org/drawingml/2006/main">
              <a:ext uri="{FF2B5EF4-FFF2-40B4-BE49-F238E27FC236}">
                <a16:creationId xmlns:a16="http://schemas.microsoft.com/office/drawing/2014/main" id="{C9EB8198-2441-4885-BC3D-3CB0AF2B50DE}"/>
              </a:ext>
            </a:extLst>
          </p:cNvPr>
          <p:cNvSpPr>
            <a:spLocks xmlns:a="http://schemas.openxmlformats.org/drawingml/2006/main" noGrp="1"/>
          </p:cNvSpPr>
          <p:nvPr/>
        </p:nvSpPr>
        <p:spPr>
          <a:xfrm xmlns:a="http://schemas.openxmlformats.org/drawingml/2006/main">
            <a:off x="5953125" y="280987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172B3A"/>
                </a:solidFill>
                <a:latin typeface="Arial"/>
                <a:ea typeface="Arial"/>
                <a:cs typeface="Arial"/>
              </a:defRPr>
            </a:defPPr>
            <a:lvl1pPr algn="ctr">
              <a:defRPr sz="1425" b="0">
                <a:solidFill>
                  <a:srgbClr val="172B3A"/>
                </a:solidFill>
                <a:latin typeface="Arial"/>
                <a:ea typeface="Arial"/>
                <a:cs typeface="Arial"/>
              </a:defRPr>
            </a:lvl1pPr>
            <a:lvl2pPr algn="ctr">
              <a:defRPr sz="1425" b="0">
                <a:solidFill>
                  <a:srgbClr val="172B3A"/>
                </a:solidFill>
                <a:latin typeface="Arial"/>
                <a:ea typeface="Arial"/>
                <a:cs typeface="Arial"/>
              </a:defRPr>
            </a:lvl2pPr>
            <a:lvl3pPr algn="ctr">
              <a:defRPr sz="1425" b="0">
                <a:solidFill>
                  <a:srgbClr val="172B3A"/>
                </a:solidFill>
                <a:latin typeface="Arial"/>
                <a:ea typeface="Arial"/>
                <a:cs typeface="Arial"/>
              </a:defRPr>
            </a:lvl3pPr>
            <a:lvl4pPr algn="ctr">
              <a:defRPr sz="1425" b="0">
                <a:solidFill>
                  <a:srgbClr val="172B3A"/>
                </a:solidFill>
                <a:latin typeface="Arial"/>
                <a:ea typeface="Arial"/>
                <a:cs typeface="Arial"/>
              </a:defRPr>
            </a:lvl4pPr>
            <a:lvl5pPr algn="ctr">
              <a:defRPr sz="1425" b="0">
                <a:solidFill>
                  <a:srgbClr val="172B3A"/>
                </a:solidFill>
                <a:latin typeface="Arial"/>
                <a:ea typeface="Arial"/>
                <a:cs typeface="Arial"/>
              </a:defRPr>
            </a:lvl5pPr>
            <a:lvl6pPr algn="ctr">
              <a:defRPr sz="1425" b="0">
                <a:solidFill>
                  <a:srgbClr val="172B3A"/>
                </a:solidFill>
                <a:latin typeface="Arial"/>
                <a:ea typeface="Arial"/>
                <a:cs typeface="Arial"/>
              </a:defRPr>
            </a:lvl6pPr>
            <a:lvl7pPr algn="ctr">
              <a:defRPr sz="1425" b="0">
                <a:solidFill>
                  <a:srgbClr val="172B3A"/>
                </a:solidFill>
                <a:latin typeface="Arial"/>
                <a:ea typeface="Arial"/>
                <a:cs typeface="Arial"/>
              </a:defRPr>
            </a:lvl7pPr>
            <a:lvl8pPr algn="ctr">
              <a:defRPr sz="1425" b="0">
                <a:solidFill>
                  <a:srgbClr val="172B3A"/>
                </a:solidFill>
                <a:latin typeface="Arial"/>
                <a:ea typeface="Arial"/>
                <a:cs typeface="Arial"/>
              </a:defRPr>
            </a:lvl8pPr>
            <a:lvl9pPr algn="ctr">
              <a:defRPr sz="1425" b="0">
                <a:solidFill>
                  <a:srgbClr val="172B3A"/>
                </a:solidFill>
                <a:latin typeface="Arial"/>
                <a:ea typeface="Arial"/>
                <a:cs typeface="Arial"/>
              </a:defRPr>
            </a:lvl9pPr>
          </a:lstStyle>
          <a:p xmlns:a="http://schemas.openxmlformats.org/drawingml/2006/main">
            <a:pPr algn="ctr">
              <a:defRPr sz="1425" b="0">
                <a:solidFill>
                  <a:srgbClr val="172B3A"/>
                </a:solidFill>
                <a:latin typeface="Arial"/>
                <a:ea typeface="Arial"/>
                <a:cs typeface="Arial"/>
              </a:defRPr>
            </a:pPr>
            <a:r>
              <a:rPr sz="1425" b="0">
                <a:solidFill>
                  <a:srgbClr val="172B3A"/>
                </a:solidFill>
                <a:latin typeface="Arial"/>
                <a:ea typeface="Arial"/>
                <a:cs typeface="Arial"/>
              </a:rPr>
              <a:t>Access rules</a:t>
            </a:r>
          </a:p>
          <a:p xmlns:a="http://schemas.openxmlformats.org/drawingml/2006/main">
            <a:pPr algn="ctr">
              <a:defRPr sz="1425" b="0">
                <a:solidFill>
                  <a:srgbClr val="172B3A"/>
                </a:solidFill>
                <a:latin typeface="Arial"/>
                <a:ea typeface="Arial"/>
                <a:cs typeface="Arial"/>
              </a:defRPr>
            </a:pPr>
            <a:r>
              <a:rPr sz="1425" b="0">
                <a:solidFill>
                  <a:srgbClr val="172B3A"/>
                </a:solidFill>
                <a:latin typeface="Arial"/>
                <a:ea typeface="Arial"/>
                <a:cs typeface="Arial"/>
              </a:rPr>
              <a:t>Business logic</a:t>
            </a:r>
          </a:p>
        </p:txBody>
      </p:sp>
      <p:sp>
        <p:nvSpPr>
          <p:cNvPr id="17" name="link-2">
            <a:extLst xmlns:a="http://schemas.openxmlformats.org/drawingml/2006/main">
              <a:ext uri="{FF2B5EF4-FFF2-40B4-BE49-F238E27FC236}">
                <a16:creationId xmlns:a16="http://schemas.microsoft.com/office/drawing/2014/main" id="{8E158862-F56E-4628-A557-5A2965C2273F}"/>
              </a:ext>
            </a:extLst>
          </p:cNvPr>
          <p:cNvSpPr>
            <a:spLocks xmlns:a="http://schemas.openxmlformats.org/drawingml/2006/main" noGrp="1"/>
          </p:cNvSpPr>
          <p:nvPr/>
        </p:nvSpPr>
        <p:spPr>
          <a:xfrm xmlns:a="http://schemas.openxmlformats.org/drawingml/2006/main">
            <a:off x="8201025" y="2828925"/>
            <a:ext cx="247650" cy="0"/>
          </a:xfrm>
          <a:prstGeom xmlns:a="http://schemas.openxmlformats.org/drawingml/2006/main" prst="line">
            <a:avLst/>
          </a:prstGeom>
          <a:noFill xmlns:a="http://schemas.openxmlformats.org/drawingml/2006/main"/>
          <a:ln xmlns:a="http://schemas.openxmlformats.org/drawingml/2006/main" w="28575">
            <a:solidFill>
              <a:srgbClr val="147D79"/>
            </a:solidFill>
            <a:prstDash val="solid"/>
          </a:ln>
        </p:spPr>
      </p:sp>
      <p:sp>
        <p:nvSpPr>
          <p:cNvPr id="18" name="layer-3">
            <a:extLst xmlns:a="http://schemas.openxmlformats.org/drawingml/2006/main">
              <a:ext uri="{FF2B5EF4-FFF2-40B4-BE49-F238E27FC236}">
                <a16:creationId xmlns:a16="http://schemas.microsoft.com/office/drawing/2014/main" id="{B7A65348-95A1-4E4E-A21C-CA13EE509DDC}"/>
              </a:ext>
            </a:extLst>
          </p:cNvPr>
          <p:cNvSpPr>
            <a:spLocks xmlns:a="http://schemas.openxmlformats.org/drawingml/2006/main" noGrp="1"/>
          </p:cNvSpPr>
          <p:nvPr/>
        </p:nvSpPr>
        <p:spPr>
          <a:xfrm xmlns:a="http://schemas.openxmlformats.org/drawingml/2006/main">
            <a:off x="8524875" y="2190750"/>
            <a:ext cx="2857500" cy="1276350"/>
          </a:xfrm>
          <a:prstGeom xmlns:a="http://schemas.openxmlformats.org/drawingml/2006/main" prst="roundRect">
            <a:avLst>
              <a:gd name="adj" fmla="val 8955"/>
            </a:avLst>
          </a:prstGeom>
          <a:solidFill xmlns:a="http://schemas.openxmlformats.org/drawingml/2006/main">
            <a:srgbClr val="E2F0E4"/>
          </a:solidFill>
          <a:ln xmlns:a="http://schemas.openxmlformats.org/drawingml/2006/main" w="0">
            <a:noFill/>
            <a:prstDash val="solid"/>
          </a:ln>
        </p:spPr>
      </p:sp>
      <p:sp>
        <p:nvSpPr>
          <p:cNvPr id="19" name="head-3">
            <a:extLst xmlns:a="http://schemas.openxmlformats.org/drawingml/2006/main">
              <a:ext uri="{FF2B5EF4-FFF2-40B4-BE49-F238E27FC236}">
                <a16:creationId xmlns:a16="http://schemas.microsoft.com/office/drawing/2014/main" id="{18C81174-0A1B-4E19-871F-8D59BD5FCE8B}"/>
              </a:ext>
            </a:extLst>
          </p:cNvPr>
          <p:cNvSpPr>
            <a:spLocks xmlns:a="http://schemas.openxmlformats.org/drawingml/2006/main" noGrp="1"/>
          </p:cNvSpPr>
          <p:nvPr/>
        </p:nvSpPr>
        <p:spPr>
          <a:xfrm xmlns:a="http://schemas.openxmlformats.org/drawingml/2006/main">
            <a:off x="8620125" y="2381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2A43"/>
                </a:solidFill>
                <a:latin typeface="Arial"/>
                <a:ea typeface="Arial"/>
                <a:cs typeface="Arial"/>
              </a:defRPr>
            </a:defPPr>
            <a:lvl1pPr algn="ctr">
              <a:defRPr sz="1650" b="1">
                <a:solidFill>
                  <a:srgbClr val="102A43"/>
                </a:solidFill>
                <a:latin typeface="Arial"/>
                <a:ea typeface="Arial"/>
                <a:cs typeface="Arial"/>
              </a:defRPr>
            </a:lvl1pPr>
            <a:lvl2pPr algn="ctr">
              <a:defRPr sz="1650" b="1">
                <a:solidFill>
                  <a:srgbClr val="102A43"/>
                </a:solidFill>
                <a:latin typeface="Arial"/>
                <a:ea typeface="Arial"/>
                <a:cs typeface="Arial"/>
              </a:defRPr>
            </a:lvl2pPr>
            <a:lvl3pPr algn="ctr">
              <a:defRPr sz="1650" b="1">
                <a:solidFill>
                  <a:srgbClr val="102A43"/>
                </a:solidFill>
                <a:latin typeface="Arial"/>
                <a:ea typeface="Arial"/>
                <a:cs typeface="Arial"/>
              </a:defRPr>
            </a:lvl3pPr>
            <a:lvl4pPr algn="ctr">
              <a:defRPr sz="1650" b="1">
                <a:solidFill>
                  <a:srgbClr val="102A43"/>
                </a:solidFill>
                <a:latin typeface="Arial"/>
                <a:ea typeface="Arial"/>
                <a:cs typeface="Arial"/>
              </a:defRPr>
            </a:lvl4pPr>
            <a:lvl5pPr algn="ctr">
              <a:defRPr sz="1650" b="1">
                <a:solidFill>
                  <a:srgbClr val="102A43"/>
                </a:solidFill>
                <a:latin typeface="Arial"/>
                <a:ea typeface="Arial"/>
                <a:cs typeface="Arial"/>
              </a:defRPr>
            </a:lvl5pPr>
            <a:lvl6pPr algn="ctr">
              <a:defRPr sz="1650" b="1">
                <a:solidFill>
                  <a:srgbClr val="102A43"/>
                </a:solidFill>
                <a:latin typeface="Arial"/>
                <a:ea typeface="Arial"/>
                <a:cs typeface="Arial"/>
              </a:defRPr>
            </a:lvl6pPr>
            <a:lvl7pPr algn="ctr">
              <a:defRPr sz="1650" b="1">
                <a:solidFill>
                  <a:srgbClr val="102A43"/>
                </a:solidFill>
                <a:latin typeface="Arial"/>
                <a:ea typeface="Arial"/>
                <a:cs typeface="Arial"/>
              </a:defRPr>
            </a:lvl7pPr>
            <a:lvl8pPr algn="ctr">
              <a:defRPr sz="1650" b="1">
                <a:solidFill>
                  <a:srgbClr val="102A43"/>
                </a:solidFill>
                <a:latin typeface="Arial"/>
                <a:ea typeface="Arial"/>
                <a:cs typeface="Arial"/>
              </a:defRPr>
            </a:lvl8pPr>
            <a:lvl9pPr algn="ctr">
              <a:defRPr sz="1650" b="1">
                <a:solidFill>
                  <a:srgbClr val="102A43"/>
                </a:solidFill>
                <a:latin typeface="Arial"/>
                <a:ea typeface="Arial"/>
                <a:cs typeface="Arial"/>
              </a:defRPr>
            </a:lvl9pPr>
          </a:lstStyle>
          <a:p xmlns:a="http://schemas.openxmlformats.org/drawingml/2006/main">
            <a:pPr algn="ctr">
              <a:defRPr sz="1650" b="1">
                <a:solidFill>
                  <a:srgbClr val="102A43"/>
                </a:solidFill>
                <a:latin typeface="Arial"/>
                <a:ea typeface="Arial"/>
                <a:cs typeface="Arial"/>
              </a:defRPr>
            </a:pPr>
            <a:r>
              <a:rPr sz="1650" b="1">
                <a:solidFill>
                  <a:srgbClr val="102A43"/>
                </a:solidFill>
                <a:latin typeface="Arial"/>
                <a:ea typeface="Arial"/>
                <a:cs typeface="Arial"/>
              </a:rPr>
              <a:t>SQLAlchemy + MySQL</a:t>
            </a:r>
          </a:p>
        </p:txBody>
      </p:sp>
      <p:sp>
        <p:nvSpPr>
          <p:cNvPr id="20" name="copy-3">
            <a:extLst xmlns:a="http://schemas.openxmlformats.org/drawingml/2006/main">
              <a:ext uri="{FF2B5EF4-FFF2-40B4-BE49-F238E27FC236}">
                <a16:creationId xmlns:a16="http://schemas.microsoft.com/office/drawing/2014/main" id="{28E539F1-1671-44F6-BF83-FB1DF2C4350E}"/>
              </a:ext>
            </a:extLst>
          </p:cNvPr>
          <p:cNvSpPr>
            <a:spLocks xmlns:a="http://schemas.openxmlformats.org/drawingml/2006/main" noGrp="1"/>
          </p:cNvSpPr>
          <p:nvPr/>
        </p:nvSpPr>
        <p:spPr>
          <a:xfrm xmlns:a="http://schemas.openxmlformats.org/drawingml/2006/main">
            <a:off x="8620125" y="2809875"/>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172B3A"/>
                </a:solidFill>
                <a:latin typeface="Arial"/>
                <a:ea typeface="Arial"/>
                <a:cs typeface="Arial"/>
              </a:defRPr>
            </a:defPPr>
            <a:lvl1pPr algn="ctr">
              <a:defRPr sz="1425" b="0">
                <a:solidFill>
                  <a:srgbClr val="172B3A"/>
                </a:solidFill>
                <a:latin typeface="Arial"/>
                <a:ea typeface="Arial"/>
                <a:cs typeface="Arial"/>
              </a:defRPr>
            </a:lvl1pPr>
            <a:lvl2pPr algn="ctr">
              <a:defRPr sz="1425" b="0">
                <a:solidFill>
                  <a:srgbClr val="172B3A"/>
                </a:solidFill>
                <a:latin typeface="Arial"/>
                <a:ea typeface="Arial"/>
                <a:cs typeface="Arial"/>
              </a:defRPr>
            </a:lvl2pPr>
            <a:lvl3pPr algn="ctr">
              <a:defRPr sz="1425" b="0">
                <a:solidFill>
                  <a:srgbClr val="172B3A"/>
                </a:solidFill>
                <a:latin typeface="Arial"/>
                <a:ea typeface="Arial"/>
                <a:cs typeface="Arial"/>
              </a:defRPr>
            </a:lvl3pPr>
            <a:lvl4pPr algn="ctr">
              <a:defRPr sz="1425" b="0">
                <a:solidFill>
                  <a:srgbClr val="172B3A"/>
                </a:solidFill>
                <a:latin typeface="Arial"/>
                <a:ea typeface="Arial"/>
                <a:cs typeface="Arial"/>
              </a:defRPr>
            </a:lvl4pPr>
            <a:lvl5pPr algn="ctr">
              <a:defRPr sz="1425" b="0">
                <a:solidFill>
                  <a:srgbClr val="172B3A"/>
                </a:solidFill>
                <a:latin typeface="Arial"/>
                <a:ea typeface="Arial"/>
                <a:cs typeface="Arial"/>
              </a:defRPr>
            </a:lvl5pPr>
            <a:lvl6pPr algn="ctr">
              <a:defRPr sz="1425" b="0">
                <a:solidFill>
                  <a:srgbClr val="172B3A"/>
                </a:solidFill>
                <a:latin typeface="Arial"/>
                <a:ea typeface="Arial"/>
                <a:cs typeface="Arial"/>
              </a:defRPr>
            </a:lvl6pPr>
            <a:lvl7pPr algn="ctr">
              <a:defRPr sz="1425" b="0">
                <a:solidFill>
                  <a:srgbClr val="172B3A"/>
                </a:solidFill>
                <a:latin typeface="Arial"/>
                <a:ea typeface="Arial"/>
                <a:cs typeface="Arial"/>
              </a:defRPr>
            </a:lvl7pPr>
            <a:lvl8pPr algn="ctr">
              <a:defRPr sz="1425" b="0">
                <a:solidFill>
                  <a:srgbClr val="172B3A"/>
                </a:solidFill>
                <a:latin typeface="Arial"/>
                <a:ea typeface="Arial"/>
                <a:cs typeface="Arial"/>
              </a:defRPr>
            </a:lvl8pPr>
            <a:lvl9pPr algn="ctr">
              <a:defRPr sz="1425" b="0">
                <a:solidFill>
                  <a:srgbClr val="172B3A"/>
                </a:solidFill>
                <a:latin typeface="Arial"/>
                <a:ea typeface="Arial"/>
                <a:cs typeface="Arial"/>
              </a:defRPr>
            </a:lvl9pPr>
          </a:lstStyle>
          <a:p xmlns:a="http://schemas.openxmlformats.org/drawingml/2006/main">
            <a:pPr algn="ctr">
              <a:defRPr sz="1425" b="0">
                <a:solidFill>
                  <a:srgbClr val="172B3A"/>
                </a:solidFill>
                <a:latin typeface="Arial"/>
                <a:ea typeface="Arial"/>
                <a:cs typeface="Arial"/>
              </a:defRPr>
            </a:pPr>
            <a:r>
              <a:rPr sz="1425" b="0">
                <a:solidFill>
                  <a:srgbClr val="172B3A"/>
                </a:solidFill>
                <a:latin typeface="Arial"/>
                <a:ea typeface="Arial"/>
                <a:cs typeface="Arial"/>
              </a:rPr>
              <a:t>Models, queries</a:t>
            </a:r>
          </a:p>
          <a:p xmlns:a="http://schemas.openxmlformats.org/drawingml/2006/main">
            <a:pPr algn="ctr">
              <a:defRPr sz="1425" b="0">
                <a:solidFill>
                  <a:srgbClr val="172B3A"/>
                </a:solidFill>
                <a:latin typeface="Arial"/>
                <a:ea typeface="Arial"/>
                <a:cs typeface="Arial"/>
              </a:defRPr>
            </a:pPr>
            <a:r>
              <a:rPr sz="1425" b="0">
                <a:solidFill>
                  <a:srgbClr val="172B3A"/>
                </a:solidFill>
                <a:latin typeface="Arial"/>
                <a:ea typeface="Arial"/>
                <a:cs typeface="Arial"/>
              </a:rPr>
              <a:t>Persistent records</a:t>
            </a:r>
          </a:p>
        </p:txBody>
      </p:sp>
      <p:sp>
        <p:nvSpPr>
          <p:cNvPr id="21" name="controls-label">
            <a:extLst xmlns:a="http://schemas.openxmlformats.org/drawingml/2006/main">
              <a:ext uri="{FF2B5EF4-FFF2-40B4-BE49-F238E27FC236}">
                <a16:creationId xmlns:a16="http://schemas.microsoft.com/office/drawing/2014/main" id="{D5EF9E64-E0DA-4B54-A1FA-5B11040FBAF1}"/>
              </a:ext>
            </a:extLst>
          </p:cNvPr>
          <p:cNvSpPr>
            <a:spLocks xmlns:a="http://schemas.openxmlformats.org/drawingml/2006/main" noGrp="1"/>
          </p:cNvSpPr>
          <p:nvPr/>
        </p:nvSpPr>
        <p:spPr>
          <a:xfrm xmlns:a="http://schemas.openxmlformats.org/drawingml/2006/main">
            <a:off x="781050" y="404812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A43"/>
                </a:solidFill>
                <a:latin typeface="Arial"/>
                <a:ea typeface="Arial"/>
                <a:cs typeface="Arial"/>
              </a:defRPr>
            </a:defPPr>
            <a:lvl1pPr algn="l">
              <a:defRPr sz="1575" b="1">
                <a:solidFill>
                  <a:srgbClr val="102A43"/>
                </a:solidFill>
                <a:latin typeface="Arial"/>
                <a:ea typeface="Arial"/>
                <a:cs typeface="Arial"/>
              </a:defRPr>
            </a:lvl1pPr>
            <a:lvl2pPr algn="l">
              <a:defRPr sz="1575" b="1">
                <a:solidFill>
                  <a:srgbClr val="102A43"/>
                </a:solidFill>
                <a:latin typeface="Arial"/>
                <a:ea typeface="Arial"/>
                <a:cs typeface="Arial"/>
              </a:defRPr>
            </a:lvl2pPr>
            <a:lvl3pPr algn="l">
              <a:defRPr sz="1575" b="1">
                <a:solidFill>
                  <a:srgbClr val="102A43"/>
                </a:solidFill>
                <a:latin typeface="Arial"/>
                <a:ea typeface="Arial"/>
                <a:cs typeface="Arial"/>
              </a:defRPr>
            </a:lvl3pPr>
            <a:lvl4pPr algn="l">
              <a:defRPr sz="1575" b="1">
                <a:solidFill>
                  <a:srgbClr val="102A43"/>
                </a:solidFill>
                <a:latin typeface="Arial"/>
                <a:ea typeface="Arial"/>
                <a:cs typeface="Arial"/>
              </a:defRPr>
            </a:lvl4pPr>
            <a:lvl5pPr algn="l">
              <a:defRPr sz="1575" b="1">
                <a:solidFill>
                  <a:srgbClr val="102A43"/>
                </a:solidFill>
                <a:latin typeface="Arial"/>
                <a:ea typeface="Arial"/>
                <a:cs typeface="Arial"/>
              </a:defRPr>
            </a:lvl5pPr>
            <a:lvl6pPr algn="l">
              <a:defRPr sz="1575" b="1">
                <a:solidFill>
                  <a:srgbClr val="102A43"/>
                </a:solidFill>
                <a:latin typeface="Arial"/>
                <a:ea typeface="Arial"/>
                <a:cs typeface="Arial"/>
              </a:defRPr>
            </a:lvl6pPr>
            <a:lvl7pPr algn="l">
              <a:defRPr sz="1575" b="1">
                <a:solidFill>
                  <a:srgbClr val="102A43"/>
                </a:solidFill>
                <a:latin typeface="Arial"/>
                <a:ea typeface="Arial"/>
                <a:cs typeface="Arial"/>
              </a:defRPr>
            </a:lvl7pPr>
            <a:lvl8pPr algn="l">
              <a:defRPr sz="1575" b="1">
                <a:solidFill>
                  <a:srgbClr val="102A43"/>
                </a:solidFill>
                <a:latin typeface="Arial"/>
                <a:ea typeface="Arial"/>
                <a:cs typeface="Arial"/>
              </a:defRPr>
            </a:lvl8pPr>
            <a:lvl9pPr algn="l">
              <a:defRPr sz="1575" b="1">
                <a:solidFill>
                  <a:srgbClr val="102A43"/>
                </a:solidFill>
                <a:latin typeface="Arial"/>
                <a:ea typeface="Arial"/>
                <a:cs typeface="Arial"/>
              </a:defRPr>
            </a:lvl9pPr>
          </a:lstStyle>
          <a:p xmlns:a="http://schemas.openxmlformats.org/drawingml/2006/main">
            <a:pPr algn="l">
              <a:defRPr sz="1575" b="1">
                <a:solidFill>
                  <a:srgbClr val="102A43"/>
                </a:solidFill>
                <a:latin typeface="Arial"/>
                <a:ea typeface="Arial"/>
                <a:cs typeface="Arial"/>
              </a:defRPr>
            </a:pPr>
            <a:r>
              <a:rPr sz="1575" b="1">
                <a:solidFill>
                  <a:srgbClr val="102A43"/>
                </a:solidFill>
                <a:latin typeface="Arial"/>
                <a:ea typeface="Arial"/>
                <a:cs typeface="Arial"/>
              </a:rPr>
              <a:t>Shared controls</a:t>
            </a:r>
          </a:p>
        </p:txBody>
      </p:sp>
      <p:sp>
        <p:nvSpPr>
          <p:cNvPr id="22" name="controls">
            <a:extLst xmlns:a="http://schemas.openxmlformats.org/drawingml/2006/main">
              <a:ext uri="{FF2B5EF4-FFF2-40B4-BE49-F238E27FC236}">
                <a16:creationId xmlns:a16="http://schemas.microsoft.com/office/drawing/2014/main" id="{3CE05360-7E4E-41AF-8320-1505C56E1176}"/>
              </a:ext>
            </a:extLst>
          </p:cNvPr>
          <p:cNvSpPr>
            <a:spLocks xmlns:a="http://schemas.openxmlformats.org/drawingml/2006/main" noGrp="1"/>
          </p:cNvSpPr>
          <p:nvPr/>
        </p:nvSpPr>
        <p:spPr>
          <a:xfrm xmlns:a="http://schemas.openxmlformats.org/drawingml/2006/main">
            <a:off x="781050" y="4400550"/>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26777"/>
                </a:solidFill>
                <a:latin typeface="Arial"/>
                <a:ea typeface="Arial"/>
                <a:cs typeface="Arial"/>
              </a:defRPr>
            </a:defPPr>
            <a:lvl1pPr algn="l">
              <a:defRPr sz="1500" b="0">
                <a:solidFill>
                  <a:srgbClr val="526777"/>
                </a:solidFill>
                <a:latin typeface="Arial"/>
                <a:ea typeface="Arial"/>
                <a:cs typeface="Arial"/>
              </a:defRPr>
            </a:lvl1pPr>
            <a:lvl2pPr algn="l">
              <a:defRPr sz="1500" b="0">
                <a:solidFill>
                  <a:srgbClr val="526777"/>
                </a:solidFill>
                <a:latin typeface="Arial"/>
                <a:ea typeface="Arial"/>
                <a:cs typeface="Arial"/>
              </a:defRPr>
            </a:lvl2pPr>
            <a:lvl3pPr algn="l">
              <a:defRPr sz="1500" b="0">
                <a:solidFill>
                  <a:srgbClr val="526777"/>
                </a:solidFill>
                <a:latin typeface="Arial"/>
                <a:ea typeface="Arial"/>
                <a:cs typeface="Arial"/>
              </a:defRPr>
            </a:lvl3pPr>
            <a:lvl4pPr algn="l">
              <a:defRPr sz="1500" b="0">
                <a:solidFill>
                  <a:srgbClr val="526777"/>
                </a:solidFill>
                <a:latin typeface="Arial"/>
                <a:ea typeface="Arial"/>
                <a:cs typeface="Arial"/>
              </a:defRPr>
            </a:lvl4pPr>
            <a:lvl5pPr algn="l">
              <a:defRPr sz="1500" b="0">
                <a:solidFill>
                  <a:srgbClr val="526777"/>
                </a:solidFill>
                <a:latin typeface="Arial"/>
                <a:ea typeface="Arial"/>
                <a:cs typeface="Arial"/>
              </a:defRPr>
            </a:lvl5pPr>
            <a:lvl6pPr algn="l">
              <a:defRPr sz="1500" b="0">
                <a:solidFill>
                  <a:srgbClr val="526777"/>
                </a:solidFill>
                <a:latin typeface="Arial"/>
                <a:ea typeface="Arial"/>
                <a:cs typeface="Arial"/>
              </a:defRPr>
            </a:lvl6pPr>
            <a:lvl7pPr algn="l">
              <a:defRPr sz="1500" b="0">
                <a:solidFill>
                  <a:srgbClr val="526777"/>
                </a:solidFill>
                <a:latin typeface="Arial"/>
                <a:ea typeface="Arial"/>
                <a:cs typeface="Arial"/>
              </a:defRPr>
            </a:lvl7pPr>
            <a:lvl8pPr algn="l">
              <a:defRPr sz="1500" b="0">
                <a:solidFill>
                  <a:srgbClr val="526777"/>
                </a:solidFill>
                <a:latin typeface="Arial"/>
                <a:ea typeface="Arial"/>
                <a:cs typeface="Arial"/>
              </a:defRPr>
            </a:lvl8pPr>
            <a:lvl9pPr algn="l">
              <a:defRPr sz="1500" b="0">
                <a:solidFill>
                  <a:srgbClr val="526777"/>
                </a:solidFill>
                <a:latin typeface="Arial"/>
                <a:ea typeface="Arial"/>
                <a:cs typeface="Arial"/>
              </a:defRPr>
            </a:lvl9pPr>
          </a:lstStyle>
          <a:p xmlns:a="http://schemas.openxmlformats.org/drawingml/2006/main">
            <a:pPr algn="l">
              <a:defRPr sz="1500" b="0">
                <a:solidFill>
                  <a:srgbClr val="526777"/>
                </a:solidFill>
                <a:latin typeface="Arial"/>
                <a:ea typeface="Arial"/>
                <a:cs typeface="Arial"/>
              </a:defRPr>
            </a:pPr>
            <a:r>
              <a:rPr sz="1500" b="0">
                <a:solidFill>
                  <a:srgbClr val="526777"/>
                </a:solidFill>
                <a:latin typeface="Arial"/>
                <a:ea typeface="Arial"/>
                <a:cs typeface="Arial"/>
              </a:rPr>
              <a:t>JWT login and role checks    Request logging    Rate limits for login and registration</a:t>
            </a:r>
          </a:p>
        </p:txBody>
      </p:sp>
      <p:sp>
        <p:nvSpPr>
          <p:cNvPr id="23" name="workflow">
            <a:extLst xmlns:a="http://schemas.openxmlformats.org/drawingml/2006/main">
              <a:ext uri="{FF2B5EF4-FFF2-40B4-BE49-F238E27FC236}">
                <a16:creationId xmlns:a16="http://schemas.microsoft.com/office/drawing/2014/main" id="{56BA28CE-9D87-4E7B-AED3-2AA10ACC7119}"/>
              </a:ext>
            </a:extLst>
          </p:cNvPr>
          <p:cNvSpPr>
            <a:spLocks xmlns:a="http://schemas.openxmlformats.org/drawingml/2006/main" noGrp="1"/>
          </p:cNvSpPr>
          <p:nvPr/>
        </p:nvSpPr>
        <p:spPr>
          <a:xfrm xmlns:a="http://schemas.openxmlformats.org/drawingml/2006/main">
            <a:off x="78105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47D79"/>
                </a:solidFill>
                <a:latin typeface="Arial"/>
                <a:ea typeface="Arial"/>
                <a:cs typeface="Arial"/>
              </a:defRPr>
            </a:defPPr>
            <a:lvl1pPr algn="ctr">
              <a:defRPr sz="1575" b="1">
                <a:solidFill>
                  <a:srgbClr val="147D79"/>
                </a:solidFill>
                <a:latin typeface="Arial"/>
                <a:ea typeface="Arial"/>
                <a:cs typeface="Arial"/>
              </a:defRPr>
            </a:lvl1pPr>
            <a:lvl2pPr algn="ctr">
              <a:defRPr sz="1575" b="1">
                <a:solidFill>
                  <a:srgbClr val="147D79"/>
                </a:solidFill>
                <a:latin typeface="Arial"/>
                <a:ea typeface="Arial"/>
                <a:cs typeface="Arial"/>
              </a:defRPr>
            </a:lvl2pPr>
            <a:lvl3pPr algn="ctr">
              <a:defRPr sz="1575" b="1">
                <a:solidFill>
                  <a:srgbClr val="147D79"/>
                </a:solidFill>
                <a:latin typeface="Arial"/>
                <a:ea typeface="Arial"/>
                <a:cs typeface="Arial"/>
              </a:defRPr>
            </a:lvl3pPr>
            <a:lvl4pPr algn="ctr">
              <a:defRPr sz="1575" b="1">
                <a:solidFill>
                  <a:srgbClr val="147D79"/>
                </a:solidFill>
                <a:latin typeface="Arial"/>
                <a:ea typeface="Arial"/>
                <a:cs typeface="Arial"/>
              </a:defRPr>
            </a:lvl4pPr>
            <a:lvl5pPr algn="ctr">
              <a:defRPr sz="1575" b="1">
                <a:solidFill>
                  <a:srgbClr val="147D79"/>
                </a:solidFill>
                <a:latin typeface="Arial"/>
                <a:ea typeface="Arial"/>
                <a:cs typeface="Arial"/>
              </a:defRPr>
            </a:lvl5pPr>
            <a:lvl6pPr algn="ctr">
              <a:defRPr sz="1575" b="1">
                <a:solidFill>
                  <a:srgbClr val="147D79"/>
                </a:solidFill>
                <a:latin typeface="Arial"/>
                <a:ea typeface="Arial"/>
                <a:cs typeface="Arial"/>
              </a:defRPr>
            </a:lvl6pPr>
            <a:lvl7pPr algn="ctr">
              <a:defRPr sz="1575" b="1">
                <a:solidFill>
                  <a:srgbClr val="147D79"/>
                </a:solidFill>
                <a:latin typeface="Arial"/>
                <a:ea typeface="Arial"/>
                <a:cs typeface="Arial"/>
              </a:defRPr>
            </a:lvl7pPr>
            <a:lvl8pPr algn="ctr">
              <a:defRPr sz="1575" b="1">
                <a:solidFill>
                  <a:srgbClr val="147D79"/>
                </a:solidFill>
                <a:latin typeface="Arial"/>
                <a:ea typeface="Arial"/>
                <a:cs typeface="Arial"/>
              </a:defRPr>
            </a:lvl8pPr>
            <a:lvl9pPr algn="ctr">
              <a:defRPr sz="1575" b="1">
                <a:solidFill>
                  <a:srgbClr val="147D79"/>
                </a:solidFill>
                <a:latin typeface="Arial"/>
                <a:ea typeface="Arial"/>
                <a:cs typeface="Arial"/>
              </a:defRPr>
            </a:lvl9pPr>
          </a:lstStyle>
          <a:p xmlns:a="http://schemas.openxmlformats.org/drawingml/2006/main">
            <a:pPr algn="ctr">
              <a:defRPr sz="1575" b="1">
                <a:solidFill>
                  <a:srgbClr val="147D79"/>
                </a:solidFill>
                <a:latin typeface="Arial"/>
                <a:ea typeface="Arial"/>
                <a:cs typeface="Arial"/>
              </a:defRPr>
            </a:pPr>
            <a:r>
              <a:rPr sz="1575" b="1">
                <a:solidFill>
                  <a:srgbClr val="147D79"/>
                </a:solidFill>
                <a:latin typeface="Arial"/>
                <a:ea typeface="Arial"/>
                <a:cs typeface="Arial"/>
              </a:rPr>
              <a:t>Manager creates project and tasks     Member updates assigned task     Comments record progress</a:t>
            </a:r>
          </a:p>
        </p:txBody>
      </p:sp>
    </p:spTree>
    <p:extLst>
      <p:ext uri="{BB962C8B-B14F-4D97-AF65-F5344CB8AC3E}">
        <p14:creationId xmlns:p14="http://schemas.microsoft.com/office/powerpoint/2010/main" val="18121998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FF646A4-C00E-4920-9745-8ACE755B564A}"/>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A43"/>
                </a:solidFill>
                <a:latin typeface="Arial"/>
                <a:ea typeface="Arial"/>
                <a:cs typeface="Arial"/>
              </a:defRPr>
            </a:defPPr>
            <a:lvl1pPr algn="l">
              <a:defRPr sz="3300" b="1">
                <a:solidFill>
                  <a:srgbClr val="102A43"/>
                </a:solidFill>
                <a:latin typeface="Arial"/>
                <a:ea typeface="Arial"/>
                <a:cs typeface="Arial"/>
              </a:defRPr>
            </a:lvl1pPr>
            <a:lvl2pPr algn="l">
              <a:defRPr sz="3300" b="1">
                <a:solidFill>
                  <a:srgbClr val="102A43"/>
                </a:solidFill>
                <a:latin typeface="Arial"/>
                <a:ea typeface="Arial"/>
                <a:cs typeface="Arial"/>
              </a:defRPr>
            </a:lvl2pPr>
            <a:lvl3pPr algn="l">
              <a:defRPr sz="3300" b="1">
                <a:solidFill>
                  <a:srgbClr val="102A43"/>
                </a:solidFill>
                <a:latin typeface="Arial"/>
                <a:ea typeface="Arial"/>
                <a:cs typeface="Arial"/>
              </a:defRPr>
            </a:lvl3pPr>
            <a:lvl4pPr algn="l">
              <a:defRPr sz="3300" b="1">
                <a:solidFill>
                  <a:srgbClr val="102A43"/>
                </a:solidFill>
                <a:latin typeface="Arial"/>
                <a:ea typeface="Arial"/>
                <a:cs typeface="Arial"/>
              </a:defRPr>
            </a:lvl4pPr>
            <a:lvl5pPr algn="l">
              <a:defRPr sz="3300" b="1">
                <a:solidFill>
                  <a:srgbClr val="102A43"/>
                </a:solidFill>
                <a:latin typeface="Arial"/>
                <a:ea typeface="Arial"/>
                <a:cs typeface="Arial"/>
              </a:defRPr>
            </a:lvl5pPr>
            <a:lvl6pPr algn="l">
              <a:defRPr sz="3300" b="1">
                <a:solidFill>
                  <a:srgbClr val="102A43"/>
                </a:solidFill>
                <a:latin typeface="Arial"/>
                <a:ea typeface="Arial"/>
                <a:cs typeface="Arial"/>
              </a:defRPr>
            </a:lvl6pPr>
            <a:lvl7pPr algn="l">
              <a:defRPr sz="3300" b="1">
                <a:solidFill>
                  <a:srgbClr val="102A43"/>
                </a:solidFill>
                <a:latin typeface="Arial"/>
                <a:ea typeface="Arial"/>
                <a:cs typeface="Arial"/>
              </a:defRPr>
            </a:lvl7pPr>
            <a:lvl8pPr algn="l">
              <a:defRPr sz="3300" b="1">
                <a:solidFill>
                  <a:srgbClr val="102A43"/>
                </a:solidFill>
                <a:latin typeface="Arial"/>
                <a:ea typeface="Arial"/>
                <a:cs typeface="Arial"/>
              </a:defRPr>
            </a:lvl8pPr>
            <a:lvl9pPr algn="l">
              <a:defRPr sz="3300" b="1">
                <a:solidFill>
                  <a:srgbClr val="102A43"/>
                </a:solidFill>
                <a:latin typeface="Arial"/>
                <a:ea typeface="Arial"/>
                <a:cs typeface="Arial"/>
              </a:defRPr>
            </a:lvl9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Data model and role rules</a:t>
            </a:r>
          </a:p>
        </p:txBody>
      </p:sp>
      <p:sp>
        <p:nvSpPr>
          <p:cNvPr id="2" name="subtitle">
            <a:extLst xmlns:a="http://schemas.openxmlformats.org/drawingml/2006/main">
              <a:ext uri="{FF2B5EF4-FFF2-40B4-BE49-F238E27FC236}">
                <a16:creationId xmlns:a16="http://schemas.microsoft.com/office/drawing/2014/main" id="{EAF92173-CD92-4C42-B897-AED729621E54}"/>
              </a:ext>
            </a:extLst>
          </p:cNvPr>
          <p:cNvSpPr>
            <a:spLocks xmlns:a="http://schemas.openxmlformats.org/drawingml/2006/main" noGrp="1"/>
          </p:cNvSpPr>
          <p:nvPr/>
        </p:nvSpPr>
        <p:spPr>
          <a:xfrm xmlns:a="http://schemas.openxmlformats.org/drawingml/2006/main">
            <a:off x="704850" y="9620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26777"/>
                </a:solidFill>
                <a:latin typeface="Arial"/>
                <a:ea typeface="Arial"/>
                <a:cs typeface="Arial"/>
              </a:defRPr>
            </a:defPPr>
            <a:lvl1pPr algn="l">
              <a:defRPr sz="1650" b="0">
                <a:solidFill>
                  <a:srgbClr val="526777"/>
                </a:solidFill>
                <a:latin typeface="Arial"/>
                <a:ea typeface="Arial"/>
                <a:cs typeface="Arial"/>
              </a:defRPr>
            </a:lvl1pPr>
            <a:lvl2pPr algn="l">
              <a:defRPr sz="1650" b="0">
                <a:solidFill>
                  <a:srgbClr val="526777"/>
                </a:solidFill>
                <a:latin typeface="Arial"/>
                <a:ea typeface="Arial"/>
                <a:cs typeface="Arial"/>
              </a:defRPr>
            </a:lvl2pPr>
            <a:lvl3pPr algn="l">
              <a:defRPr sz="1650" b="0">
                <a:solidFill>
                  <a:srgbClr val="526777"/>
                </a:solidFill>
                <a:latin typeface="Arial"/>
                <a:ea typeface="Arial"/>
                <a:cs typeface="Arial"/>
              </a:defRPr>
            </a:lvl3pPr>
            <a:lvl4pPr algn="l">
              <a:defRPr sz="1650" b="0">
                <a:solidFill>
                  <a:srgbClr val="526777"/>
                </a:solidFill>
                <a:latin typeface="Arial"/>
                <a:ea typeface="Arial"/>
                <a:cs typeface="Arial"/>
              </a:defRPr>
            </a:lvl4pPr>
            <a:lvl5pPr algn="l">
              <a:defRPr sz="1650" b="0">
                <a:solidFill>
                  <a:srgbClr val="526777"/>
                </a:solidFill>
                <a:latin typeface="Arial"/>
                <a:ea typeface="Arial"/>
                <a:cs typeface="Arial"/>
              </a:defRPr>
            </a:lvl5pPr>
            <a:lvl6pPr algn="l">
              <a:defRPr sz="1650" b="0">
                <a:solidFill>
                  <a:srgbClr val="526777"/>
                </a:solidFill>
                <a:latin typeface="Arial"/>
                <a:ea typeface="Arial"/>
                <a:cs typeface="Arial"/>
              </a:defRPr>
            </a:lvl6pPr>
            <a:lvl7pPr algn="l">
              <a:defRPr sz="1650" b="0">
                <a:solidFill>
                  <a:srgbClr val="526777"/>
                </a:solidFill>
                <a:latin typeface="Arial"/>
                <a:ea typeface="Arial"/>
                <a:cs typeface="Arial"/>
              </a:defRPr>
            </a:lvl7pPr>
            <a:lvl8pPr algn="l">
              <a:defRPr sz="1650" b="0">
                <a:solidFill>
                  <a:srgbClr val="526777"/>
                </a:solidFill>
                <a:latin typeface="Arial"/>
                <a:ea typeface="Arial"/>
                <a:cs typeface="Arial"/>
              </a:defRPr>
            </a:lvl8pPr>
            <a:lvl9pPr algn="l">
              <a:defRPr sz="1650" b="0">
                <a:solidFill>
                  <a:srgbClr val="526777"/>
                </a:solidFill>
                <a:latin typeface="Arial"/>
                <a:ea typeface="Arial"/>
                <a:cs typeface="Arial"/>
              </a:defRPr>
            </a:lvl9pPr>
          </a:lstStyle>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Foreign keys connect users, projects, tasks, and comments.</a:t>
            </a:r>
          </a:p>
        </p:txBody>
      </p:sp>
      <p:sp>
        <p:nvSpPr>
          <p:cNvPr id="3" name="footer-line">
            <a:extLst xmlns:a="http://schemas.openxmlformats.org/drawingml/2006/main">
              <a:ext uri="{FF2B5EF4-FFF2-40B4-BE49-F238E27FC236}">
                <a16:creationId xmlns:a16="http://schemas.microsoft.com/office/drawing/2014/main" id="{3C9EF2B4-71FB-4687-8DFF-5DDEA8A41288}"/>
              </a:ext>
            </a:extLst>
          </p:cNvPr>
          <p:cNvSpPr>
            <a:spLocks xmlns:a="http://schemas.openxmlformats.org/drawingml/2006/main" noGrp="1"/>
          </p:cNvSpPr>
          <p:nvPr/>
        </p:nvSpPr>
        <p:spPr>
          <a:xfrm xmlns:a="http://schemas.openxmlformats.org/drawingml/2006/main">
            <a:off x="685800" y="6391275"/>
            <a:ext cx="108204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E67A72A7-FE58-4D7C-BBE5-C1DDBB112896}"/>
              </a:ext>
            </a:extLst>
          </p:cNvPr>
          <p:cNvSpPr>
            <a:spLocks xmlns:a="http://schemas.openxmlformats.org/drawingml/2006/main" noGrp="1"/>
          </p:cNvSpPr>
          <p:nvPr/>
        </p:nvSpPr>
        <p:spPr>
          <a:xfrm xmlns:a="http://schemas.openxmlformats.org/drawingml/2006/main">
            <a:off x="685800" y="64770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777"/>
                </a:solidFill>
                <a:latin typeface="Arial"/>
                <a:ea typeface="Arial"/>
                <a:cs typeface="Arial"/>
              </a:defRPr>
            </a:defPPr>
            <a:lvl1pPr algn="l">
              <a:defRPr sz="1125" b="0">
                <a:solidFill>
                  <a:srgbClr val="526777"/>
                </a:solidFill>
                <a:latin typeface="Arial"/>
                <a:ea typeface="Arial"/>
                <a:cs typeface="Arial"/>
              </a:defRPr>
            </a:lvl1pPr>
            <a:lvl2pPr algn="l">
              <a:defRPr sz="1125" b="0">
                <a:solidFill>
                  <a:srgbClr val="526777"/>
                </a:solidFill>
                <a:latin typeface="Arial"/>
                <a:ea typeface="Arial"/>
                <a:cs typeface="Arial"/>
              </a:defRPr>
            </a:lvl2pPr>
            <a:lvl3pPr algn="l">
              <a:defRPr sz="1125" b="0">
                <a:solidFill>
                  <a:srgbClr val="526777"/>
                </a:solidFill>
                <a:latin typeface="Arial"/>
                <a:ea typeface="Arial"/>
                <a:cs typeface="Arial"/>
              </a:defRPr>
            </a:lvl3pPr>
            <a:lvl4pPr algn="l">
              <a:defRPr sz="1125" b="0">
                <a:solidFill>
                  <a:srgbClr val="526777"/>
                </a:solidFill>
                <a:latin typeface="Arial"/>
                <a:ea typeface="Arial"/>
                <a:cs typeface="Arial"/>
              </a:defRPr>
            </a:lvl4pPr>
            <a:lvl5pPr algn="l">
              <a:defRPr sz="1125" b="0">
                <a:solidFill>
                  <a:srgbClr val="526777"/>
                </a:solidFill>
                <a:latin typeface="Arial"/>
                <a:ea typeface="Arial"/>
                <a:cs typeface="Arial"/>
              </a:defRPr>
            </a:lvl5pPr>
            <a:lvl6pPr algn="l">
              <a:defRPr sz="1125" b="0">
                <a:solidFill>
                  <a:srgbClr val="526777"/>
                </a:solidFill>
                <a:latin typeface="Arial"/>
                <a:ea typeface="Arial"/>
                <a:cs typeface="Arial"/>
              </a:defRPr>
            </a:lvl6pPr>
            <a:lvl7pPr algn="l">
              <a:defRPr sz="1125" b="0">
                <a:solidFill>
                  <a:srgbClr val="526777"/>
                </a:solidFill>
                <a:latin typeface="Arial"/>
                <a:ea typeface="Arial"/>
                <a:cs typeface="Arial"/>
              </a:defRPr>
            </a:lvl7pPr>
            <a:lvl8pPr algn="l">
              <a:defRPr sz="1125" b="0">
                <a:solidFill>
                  <a:srgbClr val="526777"/>
                </a:solidFill>
                <a:latin typeface="Arial"/>
                <a:ea typeface="Arial"/>
                <a:cs typeface="Arial"/>
              </a:defRPr>
            </a:lvl8pPr>
            <a:lvl9pPr algn="l">
              <a:defRPr sz="1125" b="0">
                <a:solidFill>
                  <a:srgbClr val="526777"/>
                </a:solidFill>
                <a:latin typeface="Arial"/>
                <a:ea typeface="Arial"/>
                <a:cs typeface="Arial"/>
              </a:defRPr>
            </a:lvl9pPr>
          </a:lstStyle>
          <a:p xmlns:a="http://schemas.openxmlformats.org/drawingml/2006/main">
            <a:pPr algn="l">
              <a:defRPr sz="1125" b="0">
                <a:solidFill>
                  <a:srgbClr val="526777"/>
                </a:solidFill>
                <a:latin typeface="Arial"/>
                <a:ea typeface="Arial"/>
                <a:cs typeface="Arial"/>
              </a:defRPr>
            </a:pPr>
            <a:r>
              <a:rPr sz="1125" b="0">
                <a:solidFill>
                  <a:srgbClr val="526777"/>
                </a:solidFill>
                <a:latin typeface="Arial"/>
                <a:ea typeface="Arial"/>
                <a:cs typeface="Arial"/>
              </a:rPr>
              <a:t>Task Management System | CTO review</a:t>
            </a:r>
          </a:p>
        </p:txBody>
      </p:sp>
      <p:sp>
        <p:nvSpPr>
          <p:cNvPr id="5" name="page">
            <a:extLst xmlns:a="http://schemas.openxmlformats.org/drawingml/2006/main">
              <a:ext uri="{FF2B5EF4-FFF2-40B4-BE49-F238E27FC236}">
                <a16:creationId xmlns:a16="http://schemas.microsoft.com/office/drawing/2014/main" id="{A3DC5D6A-2C32-4169-B749-8B04FE292964}"/>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777"/>
                </a:solidFill>
                <a:latin typeface="Arial"/>
                <a:ea typeface="Arial"/>
                <a:cs typeface="Arial"/>
              </a:defRPr>
            </a:defPPr>
            <a:lvl1pPr algn="r">
              <a:defRPr sz="1125" b="1">
                <a:solidFill>
                  <a:srgbClr val="526777"/>
                </a:solidFill>
                <a:latin typeface="Arial"/>
                <a:ea typeface="Arial"/>
                <a:cs typeface="Arial"/>
              </a:defRPr>
            </a:lvl1pPr>
            <a:lvl2pPr algn="r">
              <a:defRPr sz="1125" b="1">
                <a:solidFill>
                  <a:srgbClr val="526777"/>
                </a:solidFill>
                <a:latin typeface="Arial"/>
                <a:ea typeface="Arial"/>
                <a:cs typeface="Arial"/>
              </a:defRPr>
            </a:lvl2pPr>
            <a:lvl3pPr algn="r">
              <a:defRPr sz="1125" b="1">
                <a:solidFill>
                  <a:srgbClr val="526777"/>
                </a:solidFill>
                <a:latin typeface="Arial"/>
                <a:ea typeface="Arial"/>
                <a:cs typeface="Arial"/>
              </a:defRPr>
            </a:lvl3pPr>
            <a:lvl4pPr algn="r">
              <a:defRPr sz="1125" b="1">
                <a:solidFill>
                  <a:srgbClr val="526777"/>
                </a:solidFill>
                <a:latin typeface="Arial"/>
                <a:ea typeface="Arial"/>
                <a:cs typeface="Arial"/>
              </a:defRPr>
            </a:lvl4pPr>
            <a:lvl5pPr algn="r">
              <a:defRPr sz="1125" b="1">
                <a:solidFill>
                  <a:srgbClr val="526777"/>
                </a:solidFill>
                <a:latin typeface="Arial"/>
                <a:ea typeface="Arial"/>
                <a:cs typeface="Arial"/>
              </a:defRPr>
            </a:lvl5pPr>
            <a:lvl6pPr algn="r">
              <a:defRPr sz="1125" b="1">
                <a:solidFill>
                  <a:srgbClr val="526777"/>
                </a:solidFill>
                <a:latin typeface="Arial"/>
                <a:ea typeface="Arial"/>
                <a:cs typeface="Arial"/>
              </a:defRPr>
            </a:lvl6pPr>
            <a:lvl7pPr algn="r">
              <a:defRPr sz="1125" b="1">
                <a:solidFill>
                  <a:srgbClr val="526777"/>
                </a:solidFill>
                <a:latin typeface="Arial"/>
                <a:ea typeface="Arial"/>
                <a:cs typeface="Arial"/>
              </a:defRPr>
            </a:lvl7pPr>
            <a:lvl8pPr algn="r">
              <a:defRPr sz="1125" b="1">
                <a:solidFill>
                  <a:srgbClr val="526777"/>
                </a:solidFill>
                <a:latin typeface="Arial"/>
                <a:ea typeface="Arial"/>
                <a:cs typeface="Arial"/>
              </a:defRPr>
            </a:lvl8pPr>
            <a:lvl9pPr algn="r">
              <a:defRPr sz="1125" b="1">
                <a:solidFill>
                  <a:srgbClr val="526777"/>
                </a:solidFill>
                <a:latin typeface="Arial"/>
                <a:ea typeface="Arial"/>
                <a:cs typeface="Arial"/>
              </a:defRPr>
            </a:lvl9pPr>
          </a:lstStyle>
          <a:p xmlns:a="http://schemas.openxmlformats.org/drawingml/2006/main">
            <a:pPr algn="r">
              <a:defRPr sz="1125" b="1">
                <a:solidFill>
                  <a:srgbClr val="526777"/>
                </a:solidFill>
                <a:latin typeface="Arial"/>
                <a:ea typeface="Arial"/>
                <a:cs typeface="Arial"/>
              </a:defRPr>
            </a:pPr>
            <a:r>
              <a:rPr sz="1125" b="1">
                <a:solidFill>
                  <a:srgbClr val="526777"/>
                </a:solidFill>
                <a:latin typeface="Arial"/>
                <a:ea typeface="Arial"/>
                <a:cs typeface="Arial"/>
              </a:rPr>
              <a:t>03</a:t>
            </a:r>
          </a:p>
        </p:txBody>
      </p:sp>
      <p:graphicFrame>
        <p:nvGraphicFramePr>
          <p:cNvPr id="6" name="">
            <a:extLst xmlns:a="http://schemas.openxmlformats.org/drawingml/2006/main">
              <a:ext uri="{FF2B5EF4-FFF2-40B4-BE49-F238E27FC236}">
                <a16:creationId xmlns:a16="http://schemas.microsoft.com/office/drawing/2014/main" id="{F96C2248-54A6-4048-B0B7-953C44324558}"/>
              </a:ext>
            </a:extLst>
          </p:cNvPr>
          <p:cNvGraphicFramePr/>
          <p:nvPr/>
        </p:nvGraphicFramePr>
        <p:xfrm>
          <a:off xmlns:a="http://schemas.openxmlformats.org/drawingml/2006/main" x="742950" y="1733550"/>
          <a:ext xmlns:a="http://schemas.openxmlformats.org/drawingml/2006/main" cx="10706100" cy="2133600"/>
        </p:xfrm>
        <a:graphic xmlns:a="http://schemas.openxmlformats.org/drawingml/2006/main">
          <a:graphicData uri="http://schemas.openxmlformats.org/drawingml/2006/table">
            <a:tbl>
              <a:tblPr/>
              <a:tblGrid>
                <a:gridCol w="2190750"/>
                <a:gridCol w="8515350"/>
              </a:tblGrid>
              <a:tr h="426720">
                <a:tc>
                  <a:txBody>
                    <a:bodyPr lIns="95250" tIns="38100" rIns="76200" bIns="38100">
                      <a:normAutofit/>
                    </a:bodyPr>
                    <a:lstStyle/>
                    <a:p>
                      <a:pPr algn="l"/>
                      <a:r>
                        <a:rPr sz="1500" b="1">
                          <a:solidFill>
                            <a:srgbClr val="FFFFFF"/>
                          </a:solidFill>
                          <a:latin typeface="Arial"/>
                          <a:ea typeface="Arial"/>
                          <a:cs typeface="Arial"/>
                        </a:rPr>
                        <a:t>Table</a:t>
                      </a:r>
                    </a:p>
                  </a:txBody>
                  <a:tcPr marL="91440" marR="91440" marT="45720" marB="45720" anchor="ctr">
                    <a:lnL w="9525">
                      <a:solidFill>
                        <a:srgbClr val="D3DEE3"/>
                      </a:solidFill>
                      <a:prstDash val="solid"/>
                    </a:lnL>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500" b="1">
                          <a:solidFill>
                            <a:srgbClr val="FFFFFF"/>
                          </a:solidFill>
                          <a:latin typeface="Arial"/>
                          <a:ea typeface="Arial"/>
                          <a:cs typeface="Arial"/>
                        </a:rPr>
                        <a:t>Key fields and relationship</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r>
              <a:tr h="426720">
                <a:tc>
                  <a:txBody>
                    <a:bodyPr lIns="95250" tIns="38100" rIns="76200" bIns="38100">
                      <a:normAutofit/>
                    </a:bodyPr>
                    <a:lstStyle/>
                    <a:p>
                      <a:pPr algn="l"/>
                      <a:r>
                        <a:rPr sz="1425" b="0">
                          <a:solidFill>
                            <a:srgbClr val="172B3A"/>
                          </a:solidFill>
                          <a:latin typeface="Arial"/>
                          <a:ea typeface="Arial"/>
                          <a:cs typeface="Arial"/>
                        </a:rPr>
                        <a:t>User</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425" b="0">
                          <a:solidFill>
                            <a:srgbClr val="172B3A"/>
                          </a:solidFill>
                          <a:latin typeface="Arial"/>
                          <a:ea typeface="Arial"/>
                          <a:cs typeface="Arial"/>
                        </a:rPr>
                        <a:t>id, name, unique email, hashed_password, role, is_active</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426720">
                <a:tc>
                  <a:txBody>
                    <a:bodyPr lIns="95250" tIns="38100" rIns="76200" bIns="38100">
                      <a:normAutofit/>
                    </a:bodyPr>
                    <a:lstStyle/>
                    <a:p>
                      <a:pPr algn="l"/>
                      <a:r>
                        <a:rPr sz="1425" b="0">
                          <a:solidFill>
                            <a:srgbClr val="172B3A"/>
                          </a:solidFill>
                          <a:latin typeface="Arial"/>
                          <a:ea typeface="Arial"/>
                          <a:cs typeface="Arial"/>
                        </a:rPr>
                        <a:t>Project</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425" b="0">
                          <a:solidFill>
                            <a:srgbClr val="172B3A"/>
                          </a:solidFill>
                          <a:latin typeface="Arial"/>
                          <a:ea typeface="Arial"/>
                          <a:cs typeface="Arial"/>
                        </a:rPr>
                        <a:t>manager_id references User. One manager can own many projects.</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426720">
                <a:tc>
                  <a:txBody>
                    <a:bodyPr lIns="95250" tIns="38100" rIns="76200" bIns="38100">
                      <a:normAutofit/>
                    </a:bodyPr>
                    <a:lstStyle/>
                    <a:p>
                      <a:pPr algn="l"/>
                      <a:r>
                        <a:rPr sz="1425" b="0">
                          <a:solidFill>
                            <a:srgbClr val="172B3A"/>
                          </a:solidFill>
                          <a:latin typeface="Arial"/>
                          <a:ea typeface="Arial"/>
                          <a:cs typeface="Arial"/>
                        </a:rPr>
                        <a:t>Task</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425" b="0">
                          <a:solidFill>
                            <a:srgbClr val="172B3A"/>
                          </a:solidFill>
                          <a:latin typeface="Arial"/>
                          <a:ea typeface="Arial"/>
                          <a:cs typeface="Arial"/>
                        </a:rPr>
                        <a:t>project_id references Project; assignee_id references User. Status, priority, due date.</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426720">
                <a:tc>
                  <a:txBody>
                    <a:bodyPr lIns="95250" tIns="38100" rIns="76200" bIns="38100">
                      <a:normAutofit/>
                    </a:bodyPr>
                    <a:lstStyle/>
                    <a:p>
                      <a:pPr algn="l"/>
                      <a:r>
                        <a:rPr sz="1425" b="0">
                          <a:solidFill>
                            <a:srgbClr val="172B3A"/>
                          </a:solidFill>
                          <a:latin typeface="Arial"/>
                          <a:ea typeface="Arial"/>
                          <a:cs typeface="Arial"/>
                        </a:rPr>
                        <a:t>Comment</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425" b="0">
                          <a:solidFill>
                            <a:srgbClr val="172B3A"/>
                          </a:solidFill>
                          <a:latin typeface="Arial"/>
                          <a:ea typeface="Arial"/>
                          <a:cs typeface="Arial"/>
                        </a:rPr>
                        <a:t>task_id references Task; author_id references User. Content and created time.</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41020327-EE5E-43B2-8CC8-DF9D5F9692BA}"/>
              </a:ext>
            </a:extLst>
          </p:cNvPr>
          <p:cNvGraphicFramePr/>
          <p:nvPr/>
        </p:nvGraphicFramePr>
        <p:xfrm>
          <a:off xmlns:a="http://schemas.openxmlformats.org/drawingml/2006/main" x="742950" y="4210050"/>
          <a:ext xmlns:a="http://schemas.openxmlformats.org/drawingml/2006/main" cx="10706100" cy="1562100"/>
        </p:xfrm>
        <a:graphic xmlns:a="http://schemas.openxmlformats.org/drawingml/2006/main">
          <a:graphicData uri="http://schemas.openxmlformats.org/drawingml/2006/table">
            <a:tbl>
              <a:tblPr/>
              <a:tblGrid>
                <a:gridCol w="2190750"/>
                <a:gridCol w="8515350"/>
              </a:tblGrid>
              <a:tr h="390525">
                <a:tc>
                  <a:txBody>
                    <a:bodyPr lIns="95250" tIns="38100" rIns="76200" bIns="38100">
                      <a:normAutofit/>
                    </a:bodyPr>
                    <a:lstStyle/>
                    <a:p>
                      <a:pPr algn="l"/>
                      <a:r>
                        <a:rPr sz="1425" b="1">
                          <a:solidFill>
                            <a:srgbClr val="FFFFFF"/>
                          </a:solidFill>
                          <a:latin typeface="Arial"/>
                          <a:ea typeface="Arial"/>
                          <a:cs typeface="Arial"/>
                        </a:rPr>
                        <a:t>Role</a:t>
                      </a:r>
                    </a:p>
                  </a:txBody>
                  <a:tcPr marL="91440" marR="91440" marT="45720" marB="45720" anchor="ctr">
                    <a:lnL w="9525">
                      <a:solidFill>
                        <a:srgbClr val="D3DEE3"/>
                      </a:solidFill>
                      <a:prstDash val="solid"/>
                    </a:lnL>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425" b="1">
                          <a:solidFill>
                            <a:srgbClr val="FFFFFF"/>
                          </a:solidFill>
                          <a:latin typeface="Arial"/>
                          <a:ea typeface="Arial"/>
                          <a:cs typeface="Arial"/>
                        </a:rPr>
                        <a:t>Allowed work</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r>
              <a:tr h="390525">
                <a:tc>
                  <a:txBody>
                    <a:bodyPr lIns="95250" tIns="38100" rIns="76200" bIns="38100">
                      <a:normAutofit/>
                    </a:bodyPr>
                    <a:lstStyle/>
                    <a:p>
                      <a:pPr algn="l"/>
                      <a:r>
                        <a:rPr sz="1350" b="0">
                          <a:solidFill>
                            <a:srgbClr val="172B3A"/>
                          </a:solidFill>
                          <a:latin typeface="Arial"/>
                          <a:ea typeface="Arial"/>
                          <a:cs typeface="Arial"/>
                        </a:rPr>
                        <a:t>Member</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View assigned tasks, move their status forward, add comments</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390525">
                <a:tc>
                  <a:txBody>
                    <a:bodyPr lIns="95250" tIns="38100" rIns="76200" bIns="38100">
                      <a:normAutofit/>
                    </a:bodyPr>
                    <a:lstStyle/>
                    <a:p>
                      <a:pPr algn="l"/>
                      <a:r>
                        <a:rPr sz="1350" b="0">
                          <a:solidFill>
                            <a:srgbClr val="172B3A"/>
                          </a:solidFill>
                          <a:latin typeface="Arial"/>
                          <a:ea typeface="Arial"/>
                          <a:cs typeface="Arial"/>
                        </a:rPr>
                        <a:t>Project manager</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Create projects and tasks; manage tasks only in own projects</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390525">
                <a:tc>
                  <a:txBody>
                    <a:bodyPr lIns="95250" tIns="38100" rIns="76200" bIns="38100">
                      <a:normAutofit/>
                    </a:bodyPr>
                    <a:lstStyle/>
                    <a:p>
                      <a:pPr algn="l"/>
                      <a:r>
                        <a:rPr sz="1350" b="0">
                          <a:solidFill>
                            <a:srgbClr val="172B3A"/>
                          </a:solidFill>
                          <a:latin typeface="Arial"/>
                          <a:ea typeface="Arial"/>
                          <a:cs typeface="Arial"/>
                        </a:rPr>
                        <a:t>Admin</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Full access; delete projects and comments</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bl>
          </a:graphicData>
        </a:graphic>
      </p:graphicFrame>
      <p:sp>
        <p:nvSpPr>
          <p:cNvPr id="8" name="cascade">
            <a:extLst xmlns:a="http://schemas.openxmlformats.org/drawingml/2006/main">
              <a:ext uri="{FF2B5EF4-FFF2-40B4-BE49-F238E27FC236}">
                <a16:creationId xmlns:a16="http://schemas.microsoft.com/office/drawing/2014/main" id="{0279C178-FB71-4057-9007-F87F7F680686}"/>
              </a:ext>
            </a:extLst>
          </p:cNvPr>
          <p:cNvSpPr>
            <a:spLocks xmlns:a="http://schemas.openxmlformats.org/drawingml/2006/main" noGrp="1"/>
          </p:cNvSpPr>
          <p:nvPr/>
        </p:nvSpPr>
        <p:spPr>
          <a:xfrm xmlns:a="http://schemas.openxmlformats.org/drawingml/2006/main">
            <a:off x="762000" y="5905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7D79"/>
                </a:solidFill>
                <a:latin typeface="Arial"/>
                <a:ea typeface="Arial"/>
                <a:cs typeface="Arial"/>
              </a:defRPr>
            </a:defPPr>
            <a:lvl1pPr algn="l">
              <a:defRPr sz="1500" b="1">
                <a:solidFill>
                  <a:srgbClr val="147D79"/>
                </a:solidFill>
                <a:latin typeface="Arial"/>
                <a:ea typeface="Arial"/>
                <a:cs typeface="Arial"/>
              </a:defRPr>
            </a:lvl1pPr>
            <a:lvl2pPr algn="l">
              <a:defRPr sz="1500" b="1">
                <a:solidFill>
                  <a:srgbClr val="147D79"/>
                </a:solidFill>
                <a:latin typeface="Arial"/>
                <a:ea typeface="Arial"/>
                <a:cs typeface="Arial"/>
              </a:defRPr>
            </a:lvl2pPr>
            <a:lvl3pPr algn="l">
              <a:defRPr sz="1500" b="1">
                <a:solidFill>
                  <a:srgbClr val="147D79"/>
                </a:solidFill>
                <a:latin typeface="Arial"/>
                <a:ea typeface="Arial"/>
                <a:cs typeface="Arial"/>
              </a:defRPr>
            </a:lvl3pPr>
            <a:lvl4pPr algn="l">
              <a:defRPr sz="1500" b="1">
                <a:solidFill>
                  <a:srgbClr val="147D79"/>
                </a:solidFill>
                <a:latin typeface="Arial"/>
                <a:ea typeface="Arial"/>
                <a:cs typeface="Arial"/>
              </a:defRPr>
            </a:lvl4pPr>
            <a:lvl5pPr algn="l">
              <a:defRPr sz="1500" b="1">
                <a:solidFill>
                  <a:srgbClr val="147D79"/>
                </a:solidFill>
                <a:latin typeface="Arial"/>
                <a:ea typeface="Arial"/>
                <a:cs typeface="Arial"/>
              </a:defRPr>
            </a:lvl5pPr>
            <a:lvl6pPr algn="l">
              <a:defRPr sz="1500" b="1">
                <a:solidFill>
                  <a:srgbClr val="147D79"/>
                </a:solidFill>
                <a:latin typeface="Arial"/>
                <a:ea typeface="Arial"/>
                <a:cs typeface="Arial"/>
              </a:defRPr>
            </a:lvl6pPr>
            <a:lvl7pPr algn="l">
              <a:defRPr sz="1500" b="1">
                <a:solidFill>
                  <a:srgbClr val="147D79"/>
                </a:solidFill>
                <a:latin typeface="Arial"/>
                <a:ea typeface="Arial"/>
                <a:cs typeface="Arial"/>
              </a:defRPr>
            </a:lvl7pPr>
            <a:lvl8pPr algn="l">
              <a:defRPr sz="1500" b="1">
                <a:solidFill>
                  <a:srgbClr val="147D79"/>
                </a:solidFill>
                <a:latin typeface="Arial"/>
                <a:ea typeface="Arial"/>
                <a:cs typeface="Arial"/>
              </a:defRPr>
            </a:lvl8pPr>
            <a:lvl9pPr algn="l">
              <a:defRPr sz="1500" b="1">
                <a:solidFill>
                  <a:srgbClr val="147D79"/>
                </a:solidFill>
                <a:latin typeface="Arial"/>
                <a:ea typeface="Arial"/>
                <a:cs typeface="Arial"/>
              </a:defRPr>
            </a:lvl9pPr>
          </a:lstStyle>
          <a:p xmlns:a="http://schemas.openxmlformats.org/drawingml/2006/main">
            <a:pPr algn="l">
              <a:defRPr sz="1500" b="1">
                <a:solidFill>
                  <a:srgbClr val="147D79"/>
                </a:solidFill>
                <a:latin typeface="Arial"/>
                <a:ea typeface="Arial"/>
                <a:cs typeface="Arial"/>
              </a:defRPr>
            </a:pPr>
            <a:r>
              <a:rPr sz="1500" b="1">
                <a:solidFill>
                  <a:srgbClr val="147D79"/>
                </a:solidFill>
                <a:latin typeface="Arial"/>
                <a:ea typeface="Arial"/>
                <a:cs typeface="Arial"/>
              </a:rPr>
              <a:t>Deleting a project cascades to its tasks and their comments.</a:t>
            </a:r>
          </a:p>
        </p:txBody>
      </p:sp>
    </p:spTree>
    <p:extLst>
      <p:ext uri="{BB962C8B-B14F-4D97-AF65-F5344CB8AC3E}">
        <p14:creationId xmlns:p14="http://schemas.microsoft.com/office/powerpoint/2010/main" val="1447747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0340F40-D1C1-46C3-A3D0-535A23E685A8}"/>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A43"/>
                </a:solidFill>
                <a:latin typeface="Arial"/>
                <a:ea typeface="Arial"/>
                <a:cs typeface="Arial"/>
              </a:defRPr>
            </a:defPPr>
            <a:lvl1pPr algn="l">
              <a:defRPr sz="3300" b="1">
                <a:solidFill>
                  <a:srgbClr val="102A43"/>
                </a:solidFill>
                <a:latin typeface="Arial"/>
                <a:ea typeface="Arial"/>
                <a:cs typeface="Arial"/>
              </a:defRPr>
            </a:lvl1pPr>
            <a:lvl2pPr algn="l">
              <a:defRPr sz="3300" b="1">
                <a:solidFill>
                  <a:srgbClr val="102A43"/>
                </a:solidFill>
                <a:latin typeface="Arial"/>
                <a:ea typeface="Arial"/>
                <a:cs typeface="Arial"/>
              </a:defRPr>
            </a:lvl2pPr>
            <a:lvl3pPr algn="l">
              <a:defRPr sz="3300" b="1">
                <a:solidFill>
                  <a:srgbClr val="102A43"/>
                </a:solidFill>
                <a:latin typeface="Arial"/>
                <a:ea typeface="Arial"/>
                <a:cs typeface="Arial"/>
              </a:defRPr>
            </a:lvl3pPr>
            <a:lvl4pPr algn="l">
              <a:defRPr sz="3300" b="1">
                <a:solidFill>
                  <a:srgbClr val="102A43"/>
                </a:solidFill>
                <a:latin typeface="Arial"/>
                <a:ea typeface="Arial"/>
                <a:cs typeface="Arial"/>
              </a:defRPr>
            </a:lvl4pPr>
            <a:lvl5pPr algn="l">
              <a:defRPr sz="3300" b="1">
                <a:solidFill>
                  <a:srgbClr val="102A43"/>
                </a:solidFill>
                <a:latin typeface="Arial"/>
                <a:ea typeface="Arial"/>
                <a:cs typeface="Arial"/>
              </a:defRPr>
            </a:lvl5pPr>
            <a:lvl6pPr algn="l">
              <a:defRPr sz="3300" b="1">
                <a:solidFill>
                  <a:srgbClr val="102A43"/>
                </a:solidFill>
                <a:latin typeface="Arial"/>
                <a:ea typeface="Arial"/>
                <a:cs typeface="Arial"/>
              </a:defRPr>
            </a:lvl6pPr>
            <a:lvl7pPr algn="l">
              <a:defRPr sz="3300" b="1">
                <a:solidFill>
                  <a:srgbClr val="102A43"/>
                </a:solidFill>
                <a:latin typeface="Arial"/>
                <a:ea typeface="Arial"/>
                <a:cs typeface="Arial"/>
              </a:defRPr>
            </a:lvl7pPr>
            <a:lvl8pPr algn="l">
              <a:defRPr sz="3300" b="1">
                <a:solidFill>
                  <a:srgbClr val="102A43"/>
                </a:solidFill>
                <a:latin typeface="Arial"/>
                <a:ea typeface="Arial"/>
                <a:cs typeface="Arial"/>
              </a:defRPr>
            </a:lvl8pPr>
            <a:lvl9pPr algn="l">
              <a:defRPr sz="3300" b="1">
                <a:solidFill>
                  <a:srgbClr val="102A43"/>
                </a:solidFill>
                <a:latin typeface="Arial"/>
                <a:ea typeface="Arial"/>
                <a:cs typeface="Arial"/>
              </a:defRPr>
            </a:lvl9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API endpoints: authentication and projects</a:t>
            </a:r>
          </a:p>
        </p:txBody>
      </p:sp>
      <p:sp>
        <p:nvSpPr>
          <p:cNvPr id="2" name="subtitle">
            <a:extLst xmlns:a="http://schemas.openxmlformats.org/drawingml/2006/main">
              <a:ext uri="{FF2B5EF4-FFF2-40B4-BE49-F238E27FC236}">
                <a16:creationId xmlns:a16="http://schemas.microsoft.com/office/drawing/2014/main" id="{88F5FA3A-9192-418E-BA98-C72220E85E38}"/>
              </a:ext>
            </a:extLst>
          </p:cNvPr>
          <p:cNvSpPr>
            <a:spLocks xmlns:a="http://schemas.openxmlformats.org/drawingml/2006/main" noGrp="1"/>
          </p:cNvSpPr>
          <p:nvPr/>
        </p:nvSpPr>
        <p:spPr>
          <a:xfrm xmlns:a="http://schemas.openxmlformats.org/drawingml/2006/main">
            <a:off x="704850" y="9620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26777"/>
                </a:solidFill>
                <a:latin typeface="Arial"/>
                <a:ea typeface="Arial"/>
                <a:cs typeface="Arial"/>
              </a:defRPr>
            </a:defPPr>
            <a:lvl1pPr algn="l">
              <a:defRPr sz="1650" b="0">
                <a:solidFill>
                  <a:srgbClr val="526777"/>
                </a:solidFill>
                <a:latin typeface="Arial"/>
                <a:ea typeface="Arial"/>
                <a:cs typeface="Arial"/>
              </a:defRPr>
            </a:lvl1pPr>
            <a:lvl2pPr algn="l">
              <a:defRPr sz="1650" b="0">
                <a:solidFill>
                  <a:srgbClr val="526777"/>
                </a:solidFill>
                <a:latin typeface="Arial"/>
                <a:ea typeface="Arial"/>
                <a:cs typeface="Arial"/>
              </a:defRPr>
            </a:lvl2pPr>
            <a:lvl3pPr algn="l">
              <a:defRPr sz="1650" b="0">
                <a:solidFill>
                  <a:srgbClr val="526777"/>
                </a:solidFill>
                <a:latin typeface="Arial"/>
                <a:ea typeface="Arial"/>
                <a:cs typeface="Arial"/>
              </a:defRPr>
            </a:lvl3pPr>
            <a:lvl4pPr algn="l">
              <a:defRPr sz="1650" b="0">
                <a:solidFill>
                  <a:srgbClr val="526777"/>
                </a:solidFill>
                <a:latin typeface="Arial"/>
                <a:ea typeface="Arial"/>
                <a:cs typeface="Arial"/>
              </a:defRPr>
            </a:lvl4pPr>
            <a:lvl5pPr algn="l">
              <a:defRPr sz="1650" b="0">
                <a:solidFill>
                  <a:srgbClr val="526777"/>
                </a:solidFill>
                <a:latin typeface="Arial"/>
                <a:ea typeface="Arial"/>
                <a:cs typeface="Arial"/>
              </a:defRPr>
            </a:lvl5pPr>
            <a:lvl6pPr algn="l">
              <a:defRPr sz="1650" b="0">
                <a:solidFill>
                  <a:srgbClr val="526777"/>
                </a:solidFill>
                <a:latin typeface="Arial"/>
                <a:ea typeface="Arial"/>
                <a:cs typeface="Arial"/>
              </a:defRPr>
            </a:lvl6pPr>
            <a:lvl7pPr algn="l">
              <a:defRPr sz="1650" b="0">
                <a:solidFill>
                  <a:srgbClr val="526777"/>
                </a:solidFill>
                <a:latin typeface="Arial"/>
                <a:ea typeface="Arial"/>
                <a:cs typeface="Arial"/>
              </a:defRPr>
            </a:lvl7pPr>
            <a:lvl8pPr algn="l">
              <a:defRPr sz="1650" b="0">
                <a:solidFill>
                  <a:srgbClr val="526777"/>
                </a:solidFill>
                <a:latin typeface="Arial"/>
                <a:ea typeface="Arial"/>
                <a:cs typeface="Arial"/>
              </a:defRPr>
            </a:lvl8pPr>
            <a:lvl9pPr algn="l">
              <a:defRPr sz="1650" b="0">
                <a:solidFill>
                  <a:srgbClr val="526777"/>
                </a:solidFill>
                <a:latin typeface="Arial"/>
                <a:ea typeface="Arial"/>
                <a:cs typeface="Arial"/>
              </a:defRPr>
            </a:lvl9pPr>
          </a:lstStyle>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Routes with a lock require a bearer token.</a:t>
            </a:r>
          </a:p>
        </p:txBody>
      </p:sp>
      <p:sp>
        <p:nvSpPr>
          <p:cNvPr id="3" name="footer-line">
            <a:extLst xmlns:a="http://schemas.openxmlformats.org/drawingml/2006/main">
              <a:ext uri="{FF2B5EF4-FFF2-40B4-BE49-F238E27FC236}">
                <a16:creationId xmlns:a16="http://schemas.microsoft.com/office/drawing/2014/main" id="{50F3A478-F268-4EEB-B481-26D8B1167D54}"/>
              </a:ext>
            </a:extLst>
          </p:cNvPr>
          <p:cNvSpPr>
            <a:spLocks xmlns:a="http://schemas.openxmlformats.org/drawingml/2006/main" noGrp="1"/>
          </p:cNvSpPr>
          <p:nvPr/>
        </p:nvSpPr>
        <p:spPr>
          <a:xfrm xmlns:a="http://schemas.openxmlformats.org/drawingml/2006/main">
            <a:off x="685800" y="6391275"/>
            <a:ext cx="108204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72208DA8-327D-49B3-91A0-0966F889729B}"/>
              </a:ext>
            </a:extLst>
          </p:cNvPr>
          <p:cNvSpPr>
            <a:spLocks xmlns:a="http://schemas.openxmlformats.org/drawingml/2006/main" noGrp="1"/>
          </p:cNvSpPr>
          <p:nvPr/>
        </p:nvSpPr>
        <p:spPr>
          <a:xfrm xmlns:a="http://schemas.openxmlformats.org/drawingml/2006/main">
            <a:off x="685800" y="64770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777"/>
                </a:solidFill>
                <a:latin typeface="Arial"/>
                <a:ea typeface="Arial"/>
                <a:cs typeface="Arial"/>
              </a:defRPr>
            </a:defPPr>
            <a:lvl1pPr algn="l">
              <a:defRPr sz="1125" b="0">
                <a:solidFill>
                  <a:srgbClr val="526777"/>
                </a:solidFill>
                <a:latin typeface="Arial"/>
                <a:ea typeface="Arial"/>
                <a:cs typeface="Arial"/>
              </a:defRPr>
            </a:lvl1pPr>
            <a:lvl2pPr algn="l">
              <a:defRPr sz="1125" b="0">
                <a:solidFill>
                  <a:srgbClr val="526777"/>
                </a:solidFill>
                <a:latin typeface="Arial"/>
                <a:ea typeface="Arial"/>
                <a:cs typeface="Arial"/>
              </a:defRPr>
            </a:lvl2pPr>
            <a:lvl3pPr algn="l">
              <a:defRPr sz="1125" b="0">
                <a:solidFill>
                  <a:srgbClr val="526777"/>
                </a:solidFill>
                <a:latin typeface="Arial"/>
                <a:ea typeface="Arial"/>
                <a:cs typeface="Arial"/>
              </a:defRPr>
            </a:lvl3pPr>
            <a:lvl4pPr algn="l">
              <a:defRPr sz="1125" b="0">
                <a:solidFill>
                  <a:srgbClr val="526777"/>
                </a:solidFill>
                <a:latin typeface="Arial"/>
                <a:ea typeface="Arial"/>
                <a:cs typeface="Arial"/>
              </a:defRPr>
            </a:lvl4pPr>
            <a:lvl5pPr algn="l">
              <a:defRPr sz="1125" b="0">
                <a:solidFill>
                  <a:srgbClr val="526777"/>
                </a:solidFill>
                <a:latin typeface="Arial"/>
                <a:ea typeface="Arial"/>
                <a:cs typeface="Arial"/>
              </a:defRPr>
            </a:lvl5pPr>
            <a:lvl6pPr algn="l">
              <a:defRPr sz="1125" b="0">
                <a:solidFill>
                  <a:srgbClr val="526777"/>
                </a:solidFill>
                <a:latin typeface="Arial"/>
                <a:ea typeface="Arial"/>
                <a:cs typeface="Arial"/>
              </a:defRPr>
            </a:lvl6pPr>
            <a:lvl7pPr algn="l">
              <a:defRPr sz="1125" b="0">
                <a:solidFill>
                  <a:srgbClr val="526777"/>
                </a:solidFill>
                <a:latin typeface="Arial"/>
                <a:ea typeface="Arial"/>
                <a:cs typeface="Arial"/>
              </a:defRPr>
            </a:lvl7pPr>
            <a:lvl8pPr algn="l">
              <a:defRPr sz="1125" b="0">
                <a:solidFill>
                  <a:srgbClr val="526777"/>
                </a:solidFill>
                <a:latin typeface="Arial"/>
                <a:ea typeface="Arial"/>
                <a:cs typeface="Arial"/>
              </a:defRPr>
            </a:lvl8pPr>
            <a:lvl9pPr algn="l">
              <a:defRPr sz="1125" b="0">
                <a:solidFill>
                  <a:srgbClr val="526777"/>
                </a:solidFill>
                <a:latin typeface="Arial"/>
                <a:ea typeface="Arial"/>
                <a:cs typeface="Arial"/>
              </a:defRPr>
            </a:lvl9pPr>
          </a:lstStyle>
          <a:p xmlns:a="http://schemas.openxmlformats.org/drawingml/2006/main">
            <a:pPr algn="l">
              <a:defRPr sz="1125" b="0">
                <a:solidFill>
                  <a:srgbClr val="526777"/>
                </a:solidFill>
                <a:latin typeface="Arial"/>
                <a:ea typeface="Arial"/>
                <a:cs typeface="Arial"/>
              </a:defRPr>
            </a:pPr>
            <a:r>
              <a:rPr sz="1125" b="0">
                <a:solidFill>
                  <a:srgbClr val="526777"/>
                </a:solidFill>
                <a:latin typeface="Arial"/>
                <a:ea typeface="Arial"/>
                <a:cs typeface="Arial"/>
              </a:rPr>
              <a:t>Task Management System | CTO review</a:t>
            </a:r>
          </a:p>
        </p:txBody>
      </p:sp>
      <p:sp>
        <p:nvSpPr>
          <p:cNvPr id="5" name="page">
            <a:extLst xmlns:a="http://schemas.openxmlformats.org/drawingml/2006/main">
              <a:ext uri="{FF2B5EF4-FFF2-40B4-BE49-F238E27FC236}">
                <a16:creationId xmlns:a16="http://schemas.microsoft.com/office/drawing/2014/main" id="{C4A1787B-618F-48B0-A2F3-A02EB66DE2B8}"/>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777"/>
                </a:solidFill>
                <a:latin typeface="Arial"/>
                <a:ea typeface="Arial"/>
                <a:cs typeface="Arial"/>
              </a:defRPr>
            </a:defPPr>
            <a:lvl1pPr algn="r">
              <a:defRPr sz="1125" b="1">
                <a:solidFill>
                  <a:srgbClr val="526777"/>
                </a:solidFill>
                <a:latin typeface="Arial"/>
                <a:ea typeface="Arial"/>
                <a:cs typeface="Arial"/>
              </a:defRPr>
            </a:lvl1pPr>
            <a:lvl2pPr algn="r">
              <a:defRPr sz="1125" b="1">
                <a:solidFill>
                  <a:srgbClr val="526777"/>
                </a:solidFill>
                <a:latin typeface="Arial"/>
                <a:ea typeface="Arial"/>
                <a:cs typeface="Arial"/>
              </a:defRPr>
            </a:lvl2pPr>
            <a:lvl3pPr algn="r">
              <a:defRPr sz="1125" b="1">
                <a:solidFill>
                  <a:srgbClr val="526777"/>
                </a:solidFill>
                <a:latin typeface="Arial"/>
                <a:ea typeface="Arial"/>
                <a:cs typeface="Arial"/>
              </a:defRPr>
            </a:lvl3pPr>
            <a:lvl4pPr algn="r">
              <a:defRPr sz="1125" b="1">
                <a:solidFill>
                  <a:srgbClr val="526777"/>
                </a:solidFill>
                <a:latin typeface="Arial"/>
                <a:ea typeface="Arial"/>
                <a:cs typeface="Arial"/>
              </a:defRPr>
            </a:lvl4pPr>
            <a:lvl5pPr algn="r">
              <a:defRPr sz="1125" b="1">
                <a:solidFill>
                  <a:srgbClr val="526777"/>
                </a:solidFill>
                <a:latin typeface="Arial"/>
                <a:ea typeface="Arial"/>
                <a:cs typeface="Arial"/>
              </a:defRPr>
            </a:lvl5pPr>
            <a:lvl6pPr algn="r">
              <a:defRPr sz="1125" b="1">
                <a:solidFill>
                  <a:srgbClr val="526777"/>
                </a:solidFill>
                <a:latin typeface="Arial"/>
                <a:ea typeface="Arial"/>
                <a:cs typeface="Arial"/>
              </a:defRPr>
            </a:lvl6pPr>
            <a:lvl7pPr algn="r">
              <a:defRPr sz="1125" b="1">
                <a:solidFill>
                  <a:srgbClr val="526777"/>
                </a:solidFill>
                <a:latin typeface="Arial"/>
                <a:ea typeface="Arial"/>
                <a:cs typeface="Arial"/>
              </a:defRPr>
            </a:lvl7pPr>
            <a:lvl8pPr algn="r">
              <a:defRPr sz="1125" b="1">
                <a:solidFill>
                  <a:srgbClr val="526777"/>
                </a:solidFill>
                <a:latin typeface="Arial"/>
                <a:ea typeface="Arial"/>
                <a:cs typeface="Arial"/>
              </a:defRPr>
            </a:lvl8pPr>
            <a:lvl9pPr algn="r">
              <a:defRPr sz="1125" b="1">
                <a:solidFill>
                  <a:srgbClr val="526777"/>
                </a:solidFill>
                <a:latin typeface="Arial"/>
                <a:ea typeface="Arial"/>
                <a:cs typeface="Arial"/>
              </a:defRPr>
            </a:lvl9pPr>
          </a:lstStyle>
          <a:p xmlns:a="http://schemas.openxmlformats.org/drawingml/2006/main">
            <a:pPr algn="r">
              <a:defRPr sz="1125" b="1">
                <a:solidFill>
                  <a:srgbClr val="526777"/>
                </a:solidFill>
                <a:latin typeface="Arial"/>
                <a:ea typeface="Arial"/>
                <a:cs typeface="Arial"/>
              </a:defRPr>
            </a:pPr>
            <a:r>
              <a:rPr sz="1125" b="1">
                <a:solidFill>
                  <a:srgbClr val="526777"/>
                </a:solidFill>
                <a:latin typeface="Arial"/>
                <a:ea typeface="Arial"/>
                <a:cs typeface="Arial"/>
              </a:rPr>
              <a:t>04</a:t>
            </a:r>
          </a:p>
        </p:txBody>
      </p:sp>
      <p:graphicFrame>
        <p:nvGraphicFramePr>
          <p:cNvPr id="6" name="">
            <a:extLst xmlns:a="http://schemas.openxmlformats.org/drawingml/2006/main">
              <a:ext uri="{FF2B5EF4-FFF2-40B4-BE49-F238E27FC236}">
                <a16:creationId xmlns:a16="http://schemas.microsoft.com/office/drawing/2014/main" id="{7F2F8F87-584D-4874-822D-4D8E58517899}"/>
              </a:ext>
            </a:extLst>
          </p:cNvPr>
          <p:cNvGraphicFramePr/>
          <p:nvPr/>
        </p:nvGraphicFramePr>
        <p:xfrm>
          <a:off xmlns:a="http://schemas.openxmlformats.org/drawingml/2006/main" x="742950" y="1752600"/>
          <a:ext xmlns:a="http://schemas.openxmlformats.org/drawingml/2006/main" cx="10706100" cy="3810000"/>
        </p:xfrm>
        <a:graphic xmlns:a="http://schemas.openxmlformats.org/drawingml/2006/main">
          <a:graphicData uri="http://schemas.openxmlformats.org/drawingml/2006/table">
            <a:tbl>
              <a:tblPr/>
              <a:tblGrid>
                <a:gridCol w="3714750"/>
                <a:gridCol w="4429125"/>
                <a:gridCol w="2562225"/>
              </a:tblGrid>
              <a:tr h="544286">
                <a:tc>
                  <a:txBody>
                    <a:bodyPr lIns="95250" tIns="38100" rIns="76200" bIns="38100">
                      <a:normAutofit/>
                    </a:bodyPr>
                    <a:lstStyle/>
                    <a:p>
                      <a:pPr algn="l"/>
                      <a:r>
                        <a:rPr sz="1425" b="1">
                          <a:solidFill>
                            <a:srgbClr val="FFFFFF"/>
                          </a:solidFill>
                          <a:latin typeface="Arial"/>
                          <a:ea typeface="Arial"/>
                          <a:cs typeface="Arial"/>
                        </a:rPr>
                        <a:t>Method and path</a:t>
                      </a:r>
                    </a:p>
                  </a:txBody>
                  <a:tcPr marL="91440" marR="91440" marT="45720" marB="45720" anchor="ctr">
                    <a:lnL w="9525">
                      <a:solidFill>
                        <a:srgbClr val="D3DEE3"/>
                      </a:solidFill>
                      <a:prstDash val="solid"/>
                    </a:lnL>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425" b="1">
                          <a:solidFill>
                            <a:srgbClr val="FFFFFF"/>
                          </a:solidFill>
                          <a:latin typeface="Arial"/>
                          <a:ea typeface="Arial"/>
                          <a:cs typeface="Arial"/>
                        </a:rPr>
                        <a:t>Purpose</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425" b="1">
                          <a:solidFill>
                            <a:srgbClr val="FFFFFF"/>
                          </a:solidFill>
                          <a:latin typeface="Arial"/>
                          <a:ea typeface="Arial"/>
                          <a:cs typeface="Arial"/>
                        </a:rPr>
                        <a:t>Access / input</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r>
              <a:tr h="544286">
                <a:tc>
                  <a:txBody>
                    <a:bodyPr lIns="95250" tIns="38100" rIns="76200" bIns="38100">
                      <a:normAutofit/>
                    </a:bodyPr>
                    <a:lstStyle/>
                    <a:p>
                      <a:pPr algn="l"/>
                      <a:r>
                        <a:rPr sz="1350" b="0">
                          <a:solidFill>
                            <a:srgbClr val="172B3A"/>
                          </a:solidFill>
                          <a:latin typeface="Arial"/>
                          <a:ea typeface="Arial"/>
                          <a:cs typeface="Arial"/>
                        </a:rPr>
                        <a:t>POST /auth/register</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Create an account</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Public JSON; member or manager</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544286">
                <a:tc>
                  <a:txBody>
                    <a:bodyPr lIns="95250" tIns="38100" rIns="76200" bIns="38100">
                      <a:normAutofit/>
                    </a:bodyPr>
                    <a:lstStyle/>
                    <a:p>
                      <a:pPr algn="l"/>
                      <a:r>
                        <a:rPr sz="1350" b="0">
                          <a:solidFill>
                            <a:srgbClr val="172B3A"/>
                          </a:solidFill>
                          <a:latin typeface="Arial"/>
                          <a:ea typeface="Arial"/>
                          <a:cs typeface="Arial"/>
                        </a:rPr>
                        <a:t>POST /auth/login</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Return JWT access token</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Public form fields: email, password</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544286">
                <a:tc>
                  <a:txBody>
                    <a:bodyPr lIns="95250" tIns="38100" rIns="76200" bIns="38100">
                      <a:normAutofit/>
                    </a:bodyPr>
                    <a:lstStyle/>
                    <a:p>
                      <a:pPr algn="l"/>
                      <a:r>
                        <a:rPr sz="1350" b="0">
                          <a:solidFill>
                            <a:srgbClr val="172B3A"/>
                          </a:solidFill>
                          <a:latin typeface="Arial"/>
                          <a:ea typeface="Arial"/>
                          <a:cs typeface="Arial"/>
                        </a:rPr>
                        <a:t>POST /projects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Create a project</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Manager or admin</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544286">
                <a:tc>
                  <a:txBody>
                    <a:bodyPr lIns="95250" tIns="38100" rIns="76200" bIns="38100">
                      <a:normAutofit/>
                    </a:bodyPr>
                    <a:lstStyle/>
                    <a:p>
                      <a:pPr algn="l"/>
                      <a:r>
                        <a:rPr sz="1350" b="0">
                          <a:solidFill>
                            <a:srgbClr val="172B3A"/>
                          </a:solidFill>
                          <a:latin typeface="Arial"/>
                          <a:ea typeface="Arial"/>
                          <a:cs typeface="Arial"/>
                        </a:rPr>
                        <a:t>GET /projects?skip=0&amp;limit=20</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List projects with pagination</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Signed in</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544286">
                <a:tc>
                  <a:txBody>
                    <a:bodyPr lIns="95250" tIns="38100" rIns="76200" bIns="38100">
                      <a:normAutofit/>
                    </a:bodyPr>
                    <a:lstStyle/>
                    <a:p>
                      <a:pPr algn="l"/>
                      <a:r>
                        <a:rPr sz="1350" b="0">
                          <a:solidFill>
                            <a:srgbClr val="172B3A"/>
                          </a:solidFill>
                          <a:latin typeface="Arial"/>
                          <a:ea typeface="Arial"/>
                          <a:cs typeface="Arial"/>
                        </a:rPr>
                        <a:t>GET /projects/{project_id}</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Project details and task counts by status</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Signed in</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544286">
                <a:tc>
                  <a:txBody>
                    <a:bodyPr lIns="95250" tIns="38100" rIns="76200" bIns="38100">
                      <a:normAutofit/>
                    </a:bodyPr>
                    <a:lstStyle/>
                    <a:p>
                      <a:pPr algn="l"/>
                      <a:r>
                        <a:rPr sz="1350" b="0">
                          <a:solidFill>
                            <a:srgbClr val="172B3A"/>
                          </a:solidFill>
                          <a:latin typeface="Arial"/>
                          <a:ea typeface="Arial"/>
                          <a:cs typeface="Arial"/>
                        </a:rPr>
                        <a:t>DELETE /projects/{project_id}</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Delete project and nested tasks/comments</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Admin only</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bl>
          </a:graphicData>
        </a:graphic>
      </p:graphicFrame>
      <p:sp>
        <p:nvSpPr>
          <p:cNvPr id="7" name="auth-rules">
            <a:extLst xmlns:a="http://schemas.openxmlformats.org/drawingml/2006/main">
              <a:ext uri="{FF2B5EF4-FFF2-40B4-BE49-F238E27FC236}">
                <a16:creationId xmlns:a16="http://schemas.microsoft.com/office/drawing/2014/main" id="{17ED5038-2A9A-44FC-B914-6298E4DBE300}"/>
              </a:ext>
            </a:extLst>
          </p:cNvPr>
          <p:cNvSpPr>
            <a:spLocks xmlns:a="http://schemas.openxmlformats.org/drawingml/2006/main" noGrp="1"/>
          </p:cNvSpPr>
          <p:nvPr/>
        </p:nvSpPr>
        <p:spPr>
          <a:xfrm xmlns:a="http://schemas.openxmlformats.org/drawingml/2006/main">
            <a:off x="762000" y="58293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7D79"/>
                </a:solidFill>
                <a:latin typeface="Arial"/>
                <a:ea typeface="Arial"/>
                <a:cs typeface="Arial"/>
              </a:defRPr>
            </a:defPPr>
            <a:lvl1pPr algn="l">
              <a:defRPr sz="1425" b="1">
                <a:solidFill>
                  <a:srgbClr val="147D79"/>
                </a:solidFill>
                <a:latin typeface="Arial"/>
                <a:ea typeface="Arial"/>
                <a:cs typeface="Arial"/>
              </a:defRPr>
            </a:lvl1pPr>
            <a:lvl2pPr algn="l">
              <a:defRPr sz="1425" b="1">
                <a:solidFill>
                  <a:srgbClr val="147D79"/>
                </a:solidFill>
                <a:latin typeface="Arial"/>
                <a:ea typeface="Arial"/>
                <a:cs typeface="Arial"/>
              </a:defRPr>
            </a:lvl2pPr>
            <a:lvl3pPr algn="l">
              <a:defRPr sz="1425" b="1">
                <a:solidFill>
                  <a:srgbClr val="147D79"/>
                </a:solidFill>
                <a:latin typeface="Arial"/>
                <a:ea typeface="Arial"/>
                <a:cs typeface="Arial"/>
              </a:defRPr>
            </a:lvl3pPr>
            <a:lvl4pPr algn="l">
              <a:defRPr sz="1425" b="1">
                <a:solidFill>
                  <a:srgbClr val="147D79"/>
                </a:solidFill>
                <a:latin typeface="Arial"/>
                <a:ea typeface="Arial"/>
                <a:cs typeface="Arial"/>
              </a:defRPr>
            </a:lvl4pPr>
            <a:lvl5pPr algn="l">
              <a:defRPr sz="1425" b="1">
                <a:solidFill>
                  <a:srgbClr val="147D79"/>
                </a:solidFill>
                <a:latin typeface="Arial"/>
                <a:ea typeface="Arial"/>
                <a:cs typeface="Arial"/>
              </a:defRPr>
            </a:lvl5pPr>
            <a:lvl6pPr algn="l">
              <a:defRPr sz="1425" b="1">
                <a:solidFill>
                  <a:srgbClr val="147D79"/>
                </a:solidFill>
                <a:latin typeface="Arial"/>
                <a:ea typeface="Arial"/>
                <a:cs typeface="Arial"/>
              </a:defRPr>
            </a:lvl6pPr>
            <a:lvl7pPr algn="l">
              <a:defRPr sz="1425" b="1">
                <a:solidFill>
                  <a:srgbClr val="147D79"/>
                </a:solidFill>
                <a:latin typeface="Arial"/>
                <a:ea typeface="Arial"/>
                <a:cs typeface="Arial"/>
              </a:defRPr>
            </a:lvl7pPr>
            <a:lvl8pPr algn="l">
              <a:defRPr sz="1425" b="1">
                <a:solidFill>
                  <a:srgbClr val="147D79"/>
                </a:solidFill>
                <a:latin typeface="Arial"/>
                <a:ea typeface="Arial"/>
                <a:cs typeface="Arial"/>
              </a:defRPr>
            </a:lvl8pPr>
            <a:lvl9pPr algn="l">
              <a:defRPr sz="1425" b="1">
                <a:solidFill>
                  <a:srgbClr val="147D79"/>
                </a:solidFill>
                <a:latin typeface="Arial"/>
                <a:ea typeface="Arial"/>
                <a:cs typeface="Arial"/>
              </a:defRPr>
            </a:lvl9pPr>
          </a:lstStyle>
          <a:p xmlns:a="http://schemas.openxmlformats.org/drawingml/2006/main">
            <a:pPr algn="l">
              <a:defRPr sz="1425" b="1">
                <a:solidFill>
                  <a:srgbClr val="147D79"/>
                </a:solidFill>
                <a:latin typeface="Arial"/>
                <a:ea typeface="Arial"/>
                <a:cs typeface="Arial"/>
              </a:defRPr>
            </a:pPr>
            <a:r>
              <a:rPr sz="1425" b="1">
                <a:solidFill>
                  <a:srgbClr val="147D79"/>
                </a:solidFill>
                <a:latin typeface="Arial"/>
                <a:ea typeface="Arial"/>
                <a:cs typeface="Arial"/>
              </a:rPr>
              <a:t>Email must end with @gmail.com. Password length: 8–72 characters. Pagination limit: 1–100.</a:t>
            </a:r>
          </a:p>
        </p:txBody>
      </p:sp>
    </p:spTree>
    <p:extLst>
      <p:ext uri="{BB962C8B-B14F-4D97-AF65-F5344CB8AC3E}">
        <p14:creationId xmlns:p14="http://schemas.microsoft.com/office/powerpoint/2010/main" val="4440099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A7C3DA2-BD5B-4FF6-B48B-A423F8F8011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A43"/>
                </a:solidFill>
                <a:latin typeface="Arial"/>
                <a:ea typeface="Arial"/>
                <a:cs typeface="Arial"/>
              </a:defRPr>
            </a:defPPr>
            <a:lvl1pPr algn="l">
              <a:defRPr sz="3300" b="1">
                <a:solidFill>
                  <a:srgbClr val="102A43"/>
                </a:solidFill>
                <a:latin typeface="Arial"/>
                <a:ea typeface="Arial"/>
                <a:cs typeface="Arial"/>
              </a:defRPr>
            </a:lvl1pPr>
            <a:lvl2pPr algn="l">
              <a:defRPr sz="3300" b="1">
                <a:solidFill>
                  <a:srgbClr val="102A43"/>
                </a:solidFill>
                <a:latin typeface="Arial"/>
                <a:ea typeface="Arial"/>
                <a:cs typeface="Arial"/>
              </a:defRPr>
            </a:lvl2pPr>
            <a:lvl3pPr algn="l">
              <a:defRPr sz="3300" b="1">
                <a:solidFill>
                  <a:srgbClr val="102A43"/>
                </a:solidFill>
                <a:latin typeface="Arial"/>
                <a:ea typeface="Arial"/>
                <a:cs typeface="Arial"/>
              </a:defRPr>
            </a:lvl3pPr>
            <a:lvl4pPr algn="l">
              <a:defRPr sz="3300" b="1">
                <a:solidFill>
                  <a:srgbClr val="102A43"/>
                </a:solidFill>
                <a:latin typeface="Arial"/>
                <a:ea typeface="Arial"/>
                <a:cs typeface="Arial"/>
              </a:defRPr>
            </a:lvl4pPr>
            <a:lvl5pPr algn="l">
              <a:defRPr sz="3300" b="1">
                <a:solidFill>
                  <a:srgbClr val="102A43"/>
                </a:solidFill>
                <a:latin typeface="Arial"/>
                <a:ea typeface="Arial"/>
                <a:cs typeface="Arial"/>
              </a:defRPr>
            </a:lvl5pPr>
            <a:lvl6pPr algn="l">
              <a:defRPr sz="3300" b="1">
                <a:solidFill>
                  <a:srgbClr val="102A43"/>
                </a:solidFill>
                <a:latin typeface="Arial"/>
                <a:ea typeface="Arial"/>
                <a:cs typeface="Arial"/>
              </a:defRPr>
            </a:lvl6pPr>
            <a:lvl7pPr algn="l">
              <a:defRPr sz="3300" b="1">
                <a:solidFill>
                  <a:srgbClr val="102A43"/>
                </a:solidFill>
                <a:latin typeface="Arial"/>
                <a:ea typeface="Arial"/>
                <a:cs typeface="Arial"/>
              </a:defRPr>
            </a:lvl7pPr>
            <a:lvl8pPr algn="l">
              <a:defRPr sz="3300" b="1">
                <a:solidFill>
                  <a:srgbClr val="102A43"/>
                </a:solidFill>
                <a:latin typeface="Arial"/>
                <a:ea typeface="Arial"/>
                <a:cs typeface="Arial"/>
              </a:defRPr>
            </a:lvl8pPr>
            <a:lvl9pPr algn="l">
              <a:defRPr sz="3300" b="1">
                <a:solidFill>
                  <a:srgbClr val="102A43"/>
                </a:solidFill>
                <a:latin typeface="Arial"/>
                <a:ea typeface="Arial"/>
                <a:cs typeface="Arial"/>
              </a:defRPr>
            </a:lvl9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API endpoints: tasks</a:t>
            </a:r>
          </a:p>
        </p:txBody>
      </p:sp>
      <p:sp>
        <p:nvSpPr>
          <p:cNvPr id="2" name="subtitle">
            <a:extLst xmlns:a="http://schemas.openxmlformats.org/drawingml/2006/main">
              <a:ext uri="{FF2B5EF4-FFF2-40B4-BE49-F238E27FC236}">
                <a16:creationId xmlns:a16="http://schemas.microsoft.com/office/drawing/2014/main" id="{699EB2C4-90B9-499E-9376-FEE421A07F76}"/>
              </a:ext>
            </a:extLst>
          </p:cNvPr>
          <p:cNvSpPr>
            <a:spLocks xmlns:a="http://schemas.openxmlformats.org/drawingml/2006/main" noGrp="1"/>
          </p:cNvSpPr>
          <p:nvPr/>
        </p:nvSpPr>
        <p:spPr>
          <a:xfrm xmlns:a="http://schemas.openxmlformats.org/drawingml/2006/main">
            <a:off x="704850" y="9620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26777"/>
                </a:solidFill>
                <a:latin typeface="Arial"/>
                <a:ea typeface="Arial"/>
                <a:cs typeface="Arial"/>
              </a:defRPr>
            </a:defPPr>
            <a:lvl1pPr algn="l">
              <a:defRPr sz="1650" b="0">
                <a:solidFill>
                  <a:srgbClr val="526777"/>
                </a:solidFill>
                <a:latin typeface="Arial"/>
                <a:ea typeface="Arial"/>
                <a:cs typeface="Arial"/>
              </a:defRPr>
            </a:lvl1pPr>
            <a:lvl2pPr algn="l">
              <a:defRPr sz="1650" b="0">
                <a:solidFill>
                  <a:srgbClr val="526777"/>
                </a:solidFill>
                <a:latin typeface="Arial"/>
                <a:ea typeface="Arial"/>
                <a:cs typeface="Arial"/>
              </a:defRPr>
            </a:lvl2pPr>
            <a:lvl3pPr algn="l">
              <a:defRPr sz="1650" b="0">
                <a:solidFill>
                  <a:srgbClr val="526777"/>
                </a:solidFill>
                <a:latin typeface="Arial"/>
                <a:ea typeface="Arial"/>
                <a:cs typeface="Arial"/>
              </a:defRPr>
            </a:lvl3pPr>
            <a:lvl4pPr algn="l">
              <a:defRPr sz="1650" b="0">
                <a:solidFill>
                  <a:srgbClr val="526777"/>
                </a:solidFill>
                <a:latin typeface="Arial"/>
                <a:ea typeface="Arial"/>
                <a:cs typeface="Arial"/>
              </a:defRPr>
            </a:lvl4pPr>
            <a:lvl5pPr algn="l">
              <a:defRPr sz="1650" b="0">
                <a:solidFill>
                  <a:srgbClr val="526777"/>
                </a:solidFill>
                <a:latin typeface="Arial"/>
                <a:ea typeface="Arial"/>
                <a:cs typeface="Arial"/>
              </a:defRPr>
            </a:lvl5pPr>
            <a:lvl6pPr algn="l">
              <a:defRPr sz="1650" b="0">
                <a:solidFill>
                  <a:srgbClr val="526777"/>
                </a:solidFill>
                <a:latin typeface="Arial"/>
                <a:ea typeface="Arial"/>
                <a:cs typeface="Arial"/>
              </a:defRPr>
            </a:lvl6pPr>
            <a:lvl7pPr algn="l">
              <a:defRPr sz="1650" b="0">
                <a:solidFill>
                  <a:srgbClr val="526777"/>
                </a:solidFill>
                <a:latin typeface="Arial"/>
                <a:ea typeface="Arial"/>
                <a:cs typeface="Arial"/>
              </a:defRPr>
            </a:lvl7pPr>
            <a:lvl8pPr algn="l">
              <a:defRPr sz="1650" b="0">
                <a:solidFill>
                  <a:srgbClr val="526777"/>
                </a:solidFill>
                <a:latin typeface="Arial"/>
                <a:ea typeface="Arial"/>
                <a:cs typeface="Arial"/>
              </a:defRPr>
            </a:lvl8pPr>
            <a:lvl9pPr algn="l">
              <a:defRPr sz="1650" b="0">
                <a:solidFill>
                  <a:srgbClr val="526777"/>
                </a:solidFill>
                <a:latin typeface="Arial"/>
                <a:ea typeface="Arial"/>
                <a:cs typeface="Arial"/>
              </a:defRPr>
            </a:lvl9pPr>
          </a:lstStyle>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Task lists apply status, priority, assignee, and role filters.</a:t>
            </a:r>
          </a:p>
        </p:txBody>
      </p:sp>
      <p:sp>
        <p:nvSpPr>
          <p:cNvPr id="3" name="footer-line">
            <a:extLst xmlns:a="http://schemas.openxmlformats.org/drawingml/2006/main">
              <a:ext uri="{FF2B5EF4-FFF2-40B4-BE49-F238E27FC236}">
                <a16:creationId xmlns:a16="http://schemas.microsoft.com/office/drawing/2014/main" id="{EBA0A2E5-28BC-4017-8B95-B8E3AFBEE8A6}"/>
              </a:ext>
            </a:extLst>
          </p:cNvPr>
          <p:cNvSpPr>
            <a:spLocks xmlns:a="http://schemas.openxmlformats.org/drawingml/2006/main" noGrp="1"/>
          </p:cNvSpPr>
          <p:nvPr/>
        </p:nvSpPr>
        <p:spPr>
          <a:xfrm xmlns:a="http://schemas.openxmlformats.org/drawingml/2006/main">
            <a:off x="685800" y="6391275"/>
            <a:ext cx="108204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103950A5-E9FD-4C2A-88BD-C97D37F56C0E}"/>
              </a:ext>
            </a:extLst>
          </p:cNvPr>
          <p:cNvSpPr>
            <a:spLocks xmlns:a="http://schemas.openxmlformats.org/drawingml/2006/main" noGrp="1"/>
          </p:cNvSpPr>
          <p:nvPr/>
        </p:nvSpPr>
        <p:spPr>
          <a:xfrm xmlns:a="http://schemas.openxmlformats.org/drawingml/2006/main">
            <a:off x="685800" y="64770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777"/>
                </a:solidFill>
                <a:latin typeface="Arial"/>
                <a:ea typeface="Arial"/>
                <a:cs typeface="Arial"/>
              </a:defRPr>
            </a:defPPr>
            <a:lvl1pPr algn="l">
              <a:defRPr sz="1125" b="0">
                <a:solidFill>
                  <a:srgbClr val="526777"/>
                </a:solidFill>
                <a:latin typeface="Arial"/>
                <a:ea typeface="Arial"/>
                <a:cs typeface="Arial"/>
              </a:defRPr>
            </a:lvl1pPr>
            <a:lvl2pPr algn="l">
              <a:defRPr sz="1125" b="0">
                <a:solidFill>
                  <a:srgbClr val="526777"/>
                </a:solidFill>
                <a:latin typeface="Arial"/>
                <a:ea typeface="Arial"/>
                <a:cs typeface="Arial"/>
              </a:defRPr>
            </a:lvl2pPr>
            <a:lvl3pPr algn="l">
              <a:defRPr sz="1125" b="0">
                <a:solidFill>
                  <a:srgbClr val="526777"/>
                </a:solidFill>
                <a:latin typeface="Arial"/>
                <a:ea typeface="Arial"/>
                <a:cs typeface="Arial"/>
              </a:defRPr>
            </a:lvl3pPr>
            <a:lvl4pPr algn="l">
              <a:defRPr sz="1125" b="0">
                <a:solidFill>
                  <a:srgbClr val="526777"/>
                </a:solidFill>
                <a:latin typeface="Arial"/>
                <a:ea typeface="Arial"/>
                <a:cs typeface="Arial"/>
              </a:defRPr>
            </a:lvl4pPr>
            <a:lvl5pPr algn="l">
              <a:defRPr sz="1125" b="0">
                <a:solidFill>
                  <a:srgbClr val="526777"/>
                </a:solidFill>
                <a:latin typeface="Arial"/>
                <a:ea typeface="Arial"/>
                <a:cs typeface="Arial"/>
              </a:defRPr>
            </a:lvl5pPr>
            <a:lvl6pPr algn="l">
              <a:defRPr sz="1125" b="0">
                <a:solidFill>
                  <a:srgbClr val="526777"/>
                </a:solidFill>
                <a:latin typeface="Arial"/>
                <a:ea typeface="Arial"/>
                <a:cs typeface="Arial"/>
              </a:defRPr>
            </a:lvl6pPr>
            <a:lvl7pPr algn="l">
              <a:defRPr sz="1125" b="0">
                <a:solidFill>
                  <a:srgbClr val="526777"/>
                </a:solidFill>
                <a:latin typeface="Arial"/>
                <a:ea typeface="Arial"/>
                <a:cs typeface="Arial"/>
              </a:defRPr>
            </a:lvl7pPr>
            <a:lvl8pPr algn="l">
              <a:defRPr sz="1125" b="0">
                <a:solidFill>
                  <a:srgbClr val="526777"/>
                </a:solidFill>
                <a:latin typeface="Arial"/>
                <a:ea typeface="Arial"/>
                <a:cs typeface="Arial"/>
              </a:defRPr>
            </a:lvl8pPr>
            <a:lvl9pPr algn="l">
              <a:defRPr sz="1125" b="0">
                <a:solidFill>
                  <a:srgbClr val="526777"/>
                </a:solidFill>
                <a:latin typeface="Arial"/>
                <a:ea typeface="Arial"/>
                <a:cs typeface="Arial"/>
              </a:defRPr>
            </a:lvl9pPr>
          </a:lstStyle>
          <a:p xmlns:a="http://schemas.openxmlformats.org/drawingml/2006/main">
            <a:pPr algn="l">
              <a:defRPr sz="1125" b="0">
                <a:solidFill>
                  <a:srgbClr val="526777"/>
                </a:solidFill>
                <a:latin typeface="Arial"/>
                <a:ea typeface="Arial"/>
                <a:cs typeface="Arial"/>
              </a:defRPr>
            </a:pPr>
            <a:r>
              <a:rPr sz="1125" b="0">
                <a:solidFill>
                  <a:srgbClr val="526777"/>
                </a:solidFill>
                <a:latin typeface="Arial"/>
                <a:ea typeface="Arial"/>
                <a:cs typeface="Arial"/>
              </a:rPr>
              <a:t>Task Management System | CTO review</a:t>
            </a:r>
          </a:p>
        </p:txBody>
      </p:sp>
      <p:sp>
        <p:nvSpPr>
          <p:cNvPr id="5" name="page">
            <a:extLst xmlns:a="http://schemas.openxmlformats.org/drawingml/2006/main">
              <a:ext uri="{FF2B5EF4-FFF2-40B4-BE49-F238E27FC236}">
                <a16:creationId xmlns:a16="http://schemas.microsoft.com/office/drawing/2014/main" id="{6C389D7A-8152-4891-87E9-2E142EC7E2B8}"/>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777"/>
                </a:solidFill>
                <a:latin typeface="Arial"/>
                <a:ea typeface="Arial"/>
                <a:cs typeface="Arial"/>
              </a:defRPr>
            </a:defPPr>
            <a:lvl1pPr algn="r">
              <a:defRPr sz="1125" b="1">
                <a:solidFill>
                  <a:srgbClr val="526777"/>
                </a:solidFill>
                <a:latin typeface="Arial"/>
                <a:ea typeface="Arial"/>
                <a:cs typeface="Arial"/>
              </a:defRPr>
            </a:lvl1pPr>
            <a:lvl2pPr algn="r">
              <a:defRPr sz="1125" b="1">
                <a:solidFill>
                  <a:srgbClr val="526777"/>
                </a:solidFill>
                <a:latin typeface="Arial"/>
                <a:ea typeface="Arial"/>
                <a:cs typeface="Arial"/>
              </a:defRPr>
            </a:lvl2pPr>
            <a:lvl3pPr algn="r">
              <a:defRPr sz="1125" b="1">
                <a:solidFill>
                  <a:srgbClr val="526777"/>
                </a:solidFill>
                <a:latin typeface="Arial"/>
                <a:ea typeface="Arial"/>
                <a:cs typeface="Arial"/>
              </a:defRPr>
            </a:lvl3pPr>
            <a:lvl4pPr algn="r">
              <a:defRPr sz="1125" b="1">
                <a:solidFill>
                  <a:srgbClr val="526777"/>
                </a:solidFill>
                <a:latin typeface="Arial"/>
                <a:ea typeface="Arial"/>
                <a:cs typeface="Arial"/>
              </a:defRPr>
            </a:lvl4pPr>
            <a:lvl5pPr algn="r">
              <a:defRPr sz="1125" b="1">
                <a:solidFill>
                  <a:srgbClr val="526777"/>
                </a:solidFill>
                <a:latin typeface="Arial"/>
                <a:ea typeface="Arial"/>
                <a:cs typeface="Arial"/>
              </a:defRPr>
            </a:lvl5pPr>
            <a:lvl6pPr algn="r">
              <a:defRPr sz="1125" b="1">
                <a:solidFill>
                  <a:srgbClr val="526777"/>
                </a:solidFill>
                <a:latin typeface="Arial"/>
                <a:ea typeface="Arial"/>
                <a:cs typeface="Arial"/>
              </a:defRPr>
            </a:lvl6pPr>
            <a:lvl7pPr algn="r">
              <a:defRPr sz="1125" b="1">
                <a:solidFill>
                  <a:srgbClr val="526777"/>
                </a:solidFill>
                <a:latin typeface="Arial"/>
                <a:ea typeface="Arial"/>
                <a:cs typeface="Arial"/>
              </a:defRPr>
            </a:lvl7pPr>
            <a:lvl8pPr algn="r">
              <a:defRPr sz="1125" b="1">
                <a:solidFill>
                  <a:srgbClr val="526777"/>
                </a:solidFill>
                <a:latin typeface="Arial"/>
                <a:ea typeface="Arial"/>
                <a:cs typeface="Arial"/>
              </a:defRPr>
            </a:lvl8pPr>
            <a:lvl9pPr algn="r">
              <a:defRPr sz="1125" b="1">
                <a:solidFill>
                  <a:srgbClr val="526777"/>
                </a:solidFill>
                <a:latin typeface="Arial"/>
                <a:ea typeface="Arial"/>
                <a:cs typeface="Arial"/>
              </a:defRPr>
            </a:lvl9pPr>
          </a:lstStyle>
          <a:p xmlns:a="http://schemas.openxmlformats.org/drawingml/2006/main">
            <a:pPr algn="r">
              <a:defRPr sz="1125" b="1">
                <a:solidFill>
                  <a:srgbClr val="526777"/>
                </a:solidFill>
                <a:latin typeface="Arial"/>
                <a:ea typeface="Arial"/>
                <a:cs typeface="Arial"/>
              </a:defRPr>
            </a:pPr>
            <a:r>
              <a:rPr sz="1125" b="1">
                <a:solidFill>
                  <a:srgbClr val="526777"/>
                </a:solidFill>
                <a:latin typeface="Arial"/>
                <a:ea typeface="Arial"/>
                <a:cs typeface="Arial"/>
              </a:rPr>
              <a:t>05</a:t>
            </a:r>
          </a:p>
        </p:txBody>
      </p:sp>
      <p:graphicFrame>
        <p:nvGraphicFramePr>
          <p:cNvPr id="6" name="">
            <a:extLst xmlns:a="http://schemas.openxmlformats.org/drawingml/2006/main">
              <a:ext uri="{FF2B5EF4-FFF2-40B4-BE49-F238E27FC236}">
                <a16:creationId xmlns:a16="http://schemas.microsoft.com/office/drawing/2014/main" id="{F97204EA-D0FA-4859-97EA-AEA544517FDA}"/>
              </a:ext>
            </a:extLst>
          </p:cNvPr>
          <p:cNvGraphicFramePr/>
          <p:nvPr/>
        </p:nvGraphicFramePr>
        <p:xfrm>
          <a:off xmlns:a="http://schemas.openxmlformats.org/drawingml/2006/main" x="742950" y="1695450"/>
          <a:ext xmlns:a="http://schemas.openxmlformats.org/drawingml/2006/main" cx="10706100" cy="3943350"/>
        </p:xfrm>
        <a:graphic xmlns:a="http://schemas.openxmlformats.org/drawingml/2006/main">
          <a:graphicData uri="http://schemas.openxmlformats.org/drawingml/2006/table">
            <a:tbl>
              <a:tblPr/>
              <a:tblGrid>
                <a:gridCol w="4171950"/>
                <a:gridCol w="4476750"/>
                <a:gridCol w="2057400"/>
              </a:tblGrid>
              <a:tr h="492919">
                <a:tc>
                  <a:txBody>
                    <a:bodyPr lIns="95250" tIns="38100" rIns="76200" bIns="38100">
                      <a:normAutofit/>
                    </a:bodyPr>
                    <a:lstStyle/>
                    <a:p>
                      <a:pPr algn="l"/>
                      <a:r>
                        <a:rPr sz="1350" b="1">
                          <a:solidFill>
                            <a:srgbClr val="FFFFFF"/>
                          </a:solidFill>
                          <a:latin typeface="Arial"/>
                          <a:ea typeface="Arial"/>
                          <a:cs typeface="Arial"/>
                        </a:rPr>
                        <a:t>Method and path</a:t>
                      </a:r>
                    </a:p>
                  </a:txBody>
                  <a:tcPr marL="91440" marR="91440" marT="45720" marB="45720" anchor="ctr">
                    <a:lnL w="9525">
                      <a:solidFill>
                        <a:srgbClr val="D3DEE3"/>
                      </a:solidFill>
                      <a:prstDash val="solid"/>
                    </a:lnL>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350" b="1">
                          <a:solidFill>
                            <a:srgbClr val="FFFFFF"/>
                          </a:solidFill>
                          <a:latin typeface="Arial"/>
                          <a:ea typeface="Arial"/>
                          <a:cs typeface="Arial"/>
                        </a:rPr>
                        <a:t>Purpose</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350" b="1">
                          <a:solidFill>
                            <a:srgbClr val="FFFFFF"/>
                          </a:solidFill>
                          <a:latin typeface="Arial"/>
                          <a:ea typeface="Arial"/>
                          <a:cs typeface="Arial"/>
                        </a:rPr>
                        <a:t>Access</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r>
              <a:tr h="492919">
                <a:tc>
                  <a:txBody>
                    <a:bodyPr lIns="95250" tIns="38100" rIns="76200" bIns="38100">
                      <a:normAutofit/>
                    </a:bodyPr>
                    <a:lstStyle/>
                    <a:p>
                      <a:pPr algn="l"/>
                      <a:r>
                        <a:rPr sz="1275" b="0">
                          <a:solidFill>
                            <a:srgbClr val="172B3A"/>
                          </a:solidFill>
                          <a:latin typeface="Arial"/>
                          <a:ea typeface="Arial"/>
                          <a:cs typeface="Arial"/>
                        </a:rPr>
                        <a:t>POST /projects/{project_id}/tasks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Create and assign a task</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Manager or admin</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492919">
                <a:tc>
                  <a:txBody>
                    <a:bodyPr lIns="95250" tIns="38100" rIns="76200" bIns="38100">
                      <a:normAutofit/>
                    </a:bodyPr>
                    <a:lstStyle/>
                    <a:p>
                      <a:pPr algn="l"/>
                      <a:r>
                        <a:rPr sz="1275" b="0">
                          <a:solidFill>
                            <a:srgbClr val="172B3A"/>
                          </a:solidFill>
                          <a:latin typeface="Arial"/>
                          <a:ea typeface="Arial"/>
                          <a:cs typeface="Arial"/>
                        </a:rPr>
                        <a:t>GET /projects/{project_id}/tasks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275" b="0">
                          <a:solidFill>
                            <a:srgbClr val="172B3A"/>
                          </a:solidFill>
                          <a:latin typeface="Arial"/>
                          <a:ea typeface="Arial"/>
                          <a:cs typeface="Arial"/>
                        </a:rPr>
                        <a:t>List tasks; filters status, priority, assignee_id</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275" b="0">
                          <a:solidFill>
                            <a:srgbClr val="172B3A"/>
                          </a:solidFill>
                          <a:latin typeface="Arial"/>
                          <a:ea typeface="Arial"/>
                          <a:cs typeface="Arial"/>
                        </a:rPr>
                        <a:t>Signed in, role scoped</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492919">
                <a:tc>
                  <a:txBody>
                    <a:bodyPr lIns="95250" tIns="38100" rIns="76200" bIns="38100">
                      <a:normAutofit/>
                    </a:bodyPr>
                    <a:lstStyle/>
                    <a:p>
                      <a:pPr algn="l"/>
                      <a:r>
                        <a:rPr sz="1275" b="0">
                          <a:solidFill>
                            <a:srgbClr val="172B3A"/>
                          </a:solidFill>
                          <a:latin typeface="Arial"/>
                          <a:ea typeface="Arial"/>
                          <a:cs typeface="Arial"/>
                        </a:rPr>
                        <a:t>GET /tasks/{task_id}</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Task details</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Assignee, own manager, admin</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492919">
                <a:tc>
                  <a:txBody>
                    <a:bodyPr lIns="95250" tIns="38100" rIns="76200" bIns="38100">
                      <a:normAutofit/>
                    </a:bodyPr>
                    <a:lstStyle/>
                    <a:p>
                      <a:pPr algn="l"/>
                      <a:r>
                        <a:rPr sz="1275" b="0">
                          <a:solidFill>
                            <a:srgbClr val="172B3A"/>
                          </a:solidFill>
                          <a:latin typeface="Arial"/>
                          <a:ea typeface="Arial"/>
                          <a:cs typeface="Arial"/>
                        </a:rPr>
                        <a:t>PATCH /tasks/{task_id}/status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275" b="0">
                          <a:solidFill>
                            <a:srgbClr val="172B3A"/>
                          </a:solidFill>
                          <a:latin typeface="Arial"/>
                          <a:ea typeface="Arial"/>
                          <a:cs typeface="Arial"/>
                        </a:rPr>
                        <a:t>Move to next status</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275" b="0">
                          <a:solidFill>
                            <a:srgbClr val="172B3A"/>
                          </a:solidFill>
                          <a:latin typeface="Arial"/>
                          <a:ea typeface="Arial"/>
                          <a:cs typeface="Arial"/>
                        </a:rPr>
                        <a:t>Assignee only</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492919">
                <a:tc>
                  <a:txBody>
                    <a:bodyPr lIns="95250" tIns="38100" rIns="76200" bIns="38100">
                      <a:normAutofit/>
                    </a:bodyPr>
                    <a:lstStyle/>
                    <a:p>
                      <a:pPr algn="l"/>
                      <a:r>
                        <a:rPr sz="1275" b="0">
                          <a:solidFill>
                            <a:srgbClr val="172B3A"/>
                          </a:solidFill>
                          <a:latin typeface="Arial"/>
                          <a:ea typeface="Arial"/>
                          <a:cs typeface="Arial"/>
                        </a:rPr>
                        <a:t>PUT /tasks/{task_id}</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Update task details</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Own manager or admin</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492919">
                <a:tc>
                  <a:txBody>
                    <a:bodyPr lIns="95250" tIns="38100" rIns="76200" bIns="38100">
                      <a:normAutofit/>
                    </a:bodyPr>
                    <a:lstStyle/>
                    <a:p>
                      <a:pPr algn="l"/>
                      <a:r>
                        <a:rPr sz="1275" b="0">
                          <a:solidFill>
                            <a:srgbClr val="172B3A"/>
                          </a:solidFill>
                          <a:latin typeface="Arial"/>
                          <a:ea typeface="Arial"/>
                          <a:cs typeface="Arial"/>
                        </a:rPr>
                        <a:t>DELETE /tasks/{task_id}</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275" b="0">
                          <a:solidFill>
                            <a:srgbClr val="172B3A"/>
                          </a:solidFill>
                          <a:latin typeface="Arial"/>
                          <a:ea typeface="Arial"/>
                          <a:cs typeface="Arial"/>
                        </a:rPr>
                        <a:t>Delete task and comments</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275" b="0">
                          <a:solidFill>
                            <a:srgbClr val="172B3A"/>
                          </a:solidFill>
                          <a:latin typeface="Arial"/>
                          <a:ea typeface="Arial"/>
                          <a:cs typeface="Arial"/>
                        </a:rPr>
                        <a:t>Own manager or admin</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492919">
                <a:tc>
                  <a:txBody>
                    <a:bodyPr lIns="95250" tIns="38100" rIns="76200" bIns="38100">
                      <a:normAutofit/>
                    </a:bodyPr>
                    <a:lstStyle/>
                    <a:p>
                      <a:pPr algn="l"/>
                      <a:r>
                        <a:rPr sz="1275" b="0">
                          <a:solidFill>
                            <a:srgbClr val="172B3A"/>
                          </a:solidFill>
                          <a:latin typeface="Arial"/>
                          <a:ea typeface="Arial"/>
                          <a:cs typeface="Arial"/>
                        </a:rPr>
                        <a:t>GET /my/tasks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List my assigned tasks</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Signed in</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bl>
          </a:graphicData>
        </a:graphic>
      </p:graphicFrame>
      <p:sp>
        <p:nvSpPr>
          <p:cNvPr id="7" name="status-rule">
            <a:extLst xmlns:a="http://schemas.openxmlformats.org/drawingml/2006/main">
              <a:ext uri="{FF2B5EF4-FFF2-40B4-BE49-F238E27FC236}">
                <a16:creationId xmlns:a16="http://schemas.microsoft.com/office/drawing/2014/main" id="{0EC51CF8-C8F2-4769-BBA0-286E265C28BC}"/>
              </a:ext>
            </a:extLst>
          </p:cNvPr>
          <p:cNvSpPr>
            <a:spLocks xmlns:a="http://schemas.openxmlformats.org/drawingml/2006/main" noGrp="1"/>
          </p:cNvSpPr>
          <p:nvPr/>
        </p:nvSpPr>
        <p:spPr>
          <a:xfrm xmlns:a="http://schemas.openxmlformats.org/drawingml/2006/main">
            <a:off x="762000" y="58102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7D79"/>
                </a:solidFill>
                <a:latin typeface="Arial"/>
                <a:ea typeface="Arial"/>
                <a:cs typeface="Arial"/>
              </a:defRPr>
            </a:defPPr>
            <a:lvl1pPr algn="l">
              <a:defRPr sz="1425" b="1">
                <a:solidFill>
                  <a:srgbClr val="147D79"/>
                </a:solidFill>
                <a:latin typeface="Arial"/>
                <a:ea typeface="Arial"/>
                <a:cs typeface="Arial"/>
              </a:defRPr>
            </a:lvl1pPr>
            <a:lvl2pPr algn="l">
              <a:defRPr sz="1425" b="1">
                <a:solidFill>
                  <a:srgbClr val="147D79"/>
                </a:solidFill>
                <a:latin typeface="Arial"/>
                <a:ea typeface="Arial"/>
                <a:cs typeface="Arial"/>
              </a:defRPr>
            </a:lvl2pPr>
            <a:lvl3pPr algn="l">
              <a:defRPr sz="1425" b="1">
                <a:solidFill>
                  <a:srgbClr val="147D79"/>
                </a:solidFill>
                <a:latin typeface="Arial"/>
                <a:ea typeface="Arial"/>
                <a:cs typeface="Arial"/>
              </a:defRPr>
            </a:lvl3pPr>
            <a:lvl4pPr algn="l">
              <a:defRPr sz="1425" b="1">
                <a:solidFill>
                  <a:srgbClr val="147D79"/>
                </a:solidFill>
                <a:latin typeface="Arial"/>
                <a:ea typeface="Arial"/>
                <a:cs typeface="Arial"/>
              </a:defRPr>
            </a:lvl4pPr>
            <a:lvl5pPr algn="l">
              <a:defRPr sz="1425" b="1">
                <a:solidFill>
                  <a:srgbClr val="147D79"/>
                </a:solidFill>
                <a:latin typeface="Arial"/>
                <a:ea typeface="Arial"/>
                <a:cs typeface="Arial"/>
              </a:defRPr>
            </a:lvl5pPr>
            <a:lvl6pPr algn="l">
              <a:defRPr sz="1425" b="1">
                <a:solidFill>
                  <a:srgbClr val="147D79"/>
                </a:solidFill>
                <a:latin typeface="Arial"/>
                <a:ea typeface="Arial"/>
                <a:cs typeface="Arial"/>
              </a:defRPr>
            </a:lvl6pPr>
            <a:lvl7pPr algn="l">
              <a:defRPr sz="1425" b="1">
                <a:solidFill>
                  <a:srgbClr val="147D79"/>
                </a:solidFill>
                <a:latin typeface="Arial"/>
                <a:ea typeface="Arial"/>
                <a:cs typeface="Arial"/>
              </a:defRPr>
            </a:lvl7pPr>
            <a:lvl8pPr algn="l">
              <a:defRPr sz="1425" b="1">
                <a:solidFill>
                  <a:srgbClr val="147D79"/>
                </a:solidFill>
                <a:latin typeface="Arial"/>
                <a:ea typeface="Arial"/>
                <a:cs typeface="Arial"/>
              </a:defRPr>
            </a:lvl8pPr>
            <a:lvl9pPr algn="l">
              <a:defRPr sz="1425" b="1">
                <a:solidFill>
                  <a:srgbClr val="147D79"/>
                </a:solidFill>
                <a:latin typeface="Arial"/>
                <a:ea typeface="Arial"/>
                <a:cs typeface="Arial"/>
              </a:defRPr>
            </a:lvl9pPr>
          </a:lstStyle>
          <a:p xmlns:a="http://schemas.openxmlformats.org/drawingml/2006/main">
            <a:pPr algn="l">
              <a:defRPr sz="1425" b="1">
                <a:solidFill>
                  <a:srgbClr val="147D79"/>
                </a:solidFill>
                <a:latin typeface="Arial"/>
                <a:ea typeface="Arial"/>
                <a:cs typeface="Arial"/>
              </a:defRPr>
            </a:pPr>
            <a:r>
              <a:rPr sz="1425" b="1">
                <a:solidFill>
                  <a:srgbClr val="147D79"/>
                </a:solidFill>
                <a:latin typeface="Arial"/>
                <a:ea typeface="Arial"/>
                <a:cs typeface="Arial"/>
              </a:rPr>
              <a:t>Status order: todo → in_progress → review → done. Priority: low, medium, high, critical.</a:t>
            </a:r>
          </a:p>
        </p:txBody>
      </p:sp>
    </p:spTree>
    <p:extLst>
      <p:ext uri="{BB962C8B-B14F-4D97-AF65-F5344CB8AC3E}">
        <p14:creationId xmlns:p14="http://schemas.microsoft.com/office/powerpoint/2010/main" val="20018741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C4B03626-DBBC-4A9F-AD5A-842AA3C6813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A43"/>
                </a:solidFill>
                <a:latin typeface="Arial"/>
                <a:ea typeface="Arial"/>
                <a:cs typeface="Arial"/>
              </a:defRPr>
            </a:defPPr>
            <a:lvl1pPr algn="l">
              <a:defRPr sz="3300" b="1">
                <a:solidFill>
                  <a:srgbClr val="102A43"/>
                </a:solidFill>
                <a:latin typeface="Arial"/>
                <a:ea typeface="Arial"/>
                <a:cs typeface="Arial"/>
              </a:defRPr>
            </a:lvl1pPr>
            <a:lvl2pPr algn="l">
              <a:defRPr sz="3300" b="1">
                <a:solidFill>
                  <a:srgbClr val="102A43"/>
                </a:solidFill>
                <a:latin typeface="Arial"/>
                <a:ea typeface="Arial"/>
                <a:cs typeface="Arial"/>
              </a:defRPr>
            </a:lvl2pPr>
            <a:lvl3pPr algn="l">
              <a:defRPr sz="3300" b="1">
                <a:solidFill>
                  <a:srgbClr val="102A43"/>
                </a:solidFill>
                <a:latin typeface="Arial"/>
                <a:ea typeface="Arial"/>
                <a:cs typeface="Arial"/>
              </a:defRPr>
            </a:lvl3pPr>
            <a:lvl4pPr algn="l">
              <a:defRPr sz="3300" b="1">
                <a:solidFill>
                  <a:srgbClr val="102A43"/>
                </a:solidFill>
                <a:latin typeface="Arial"/>
                <a:ea typeface="Arial"/>
                <a:cs typeface="Arial"/>
              </a:defRPr>
            </a:lvl4pPr>
            <a:lvl5pPr algn="l">
              <a:defRPr sz="3300" b="1">
                <a:solidFill>
                  <a:srgbClr val="102A43"/>
                </a:solidFill>
                <a:latin typeface="Arial"/>
                <a:ea typeface="Arial"/>
                <a:cs typeface="Arial"/>
              </a:defRPr>
            </a:lvl5pPr>
            <a:lvl6pPr algn="l">
              <a:defRPr sz="3300" b="1">
                <a:solidFill>
                  <a:srgbClr val="102A43"/>
                </a:solidFill>
                <a:latin typeface="Arial"/>
                <a:ea typeface="Arial"/>
                <a:cs typeface="Arial"/>
              </a:defRPr>
            </a:lvl6pPr>
            <a:lvl7pPr algn="l">
              <a:defRPr sz="3300" b="1">
                <a:solidFill>
                  <a:srgbClr val="102A43"/>
                </a:solidFill>
                <a:latin typeface="Arial"/>
                <a:ea typeface="Arial"/>
                <a:cs typeface="Arial"/>
              </a:defRPr>
            </a:lvl7pPr>
            <a:lvl8pPr algn="l">
              <a:defRPr sz="3300" b="1">
                <a:solidFill>
                  <a:srgbClr val="102A43"/>
                </a:solidFill>
                <a:latin typeface="Arial"/>
                <a:ea typeface="Arial"/>
                <a:cs typeface="Arial"/>
              </a:defRPr>
            </a:lvl8pPr>
            <a:lvl9pPr algn="l">
              <a:defRPr sz="3300" b="1">
                <a:solidFill>
                  <a:srgbClr val="102A43"/>
                </a:solidFill>
                <a:latin typeface="Arial"/>
                <a:ea typeface="Arial"/>
                <a:cs typeface="Arial"/>
              </a:defRPr>
            </a:lvl9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API endpoints: comments and health</a:t>
            </a:r>
          </a:p>
        </p:txBody>
      </p:sp>
      <p:sp>
        <p:nvSpPr>
          <p:cNvPr id="2" name="subtitle">
            <a:extLst xmlns:a="http://schemas.openxmlformats.org/drawingml/2006/main">
              <a:ext uri="{FF2B5EF4-FFF2-40B4-BE49-F238E27FC236}">
                <a16:creationId xmlns:a16="http://schemas.microsoft.com/office/drawing/2014/main" id="{DD49E068-096C-4782-9027-528DD2D5C4F3}"/>
              </a:ext>
            </a:extLst>
          </p:cNvPr>
          <p:cNvSpPr>
            <a:spLocks xmlns:a="http://schemas.openxmlformats.org/drawingml/2006/main" noGrp="1"/>
          </p:cNvSpPr>
          <p:nvPr/>
        </p:nvSpPr>
        <p:spPr>
          <a:xfrm xmlns:a="http://schemas.openxmlformats.org/drawingml/2006/main">
            <a:off x="704850" y="9620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26777"/>
                </a:solidFill>
                <a:latin typeface="Arial"/>
                <a:ea typeface="Arial"/>
                <a:cs typeface="Arial"/>
              </a:defRPr>
            </a:defPPr>
            <a:lvl1pPr algn="l">
              <a:defRPr sz="1650" b="0">
                <a:solidFill>
                  <a:srgbClr val="526777"/>
                </a:solidFill>
                <a:latin typeface="Arial"/>
                <a:ea typeface="Arial"/>
                <a:cs typeface="Arial"/>
              </a:defRPr>
            </a:lvl1pPr>
            <a:lvl2pPr algn="l">
              <a:defRPr sz="1650" b="0">
                <a:solidFill>
                  <a:srgbClr val="526777"/>
                </a:solidFill>
                <a:latin typeface="Arial"/>
                <a:ea typeface="Arial"/>
                <a:cs typeface="Arial"/>
              </a:defRPr>
            </a:lvl2pPr>
            <a:lvl3pPr algn="l">
              <a:defRPr sz="1650" b="0">
                <a:solidFill>
                  <a:srgbClr val="526777"/>
                </a:solidFill>
                <a:latin typeface="Arial"/>
                <a:ea typeface="Arial"/>
                <a:cs typeface="Arial"/>
              </a:defRPr>
            </a:lvl3pPr>
            <a:lvl4pPr algn="l">
              <a:defRPr sz="1650" b="0">
                <a:solidFill>
                  <a:srgbClr val="526777"/>
                </a:solidFill>
                <a:latin typeface="Arial"/>
                <a:ea typeface="Arial"/>
                <a:cs typeface="Arial"/>
              </a:defRPr>
            </a:lvl4pPr>
            <a:lvl5pPr algn="l">
              <a:defRPr sz="1650" b="0">
                <a:solidFill>
                  <a:srgbClr val="526777"/>
                </a:solidFill>
                <a:latin typeface="Arial"/>
                <a:ea typeface="Arial"/>
                <a:cs typeface="Arial"/>
              </a:defRPr>
            </a:lvl5pPr>
            <a:lvl6pPr algn="l">
              <a:defRPr sz="1650" b="0">
                <a:solidFill>
                  <a:srgbClr val="526777"/>
                </a:solidFill>
                <a:latin typeface="Arial"/>
                <a:ea typeface="Arial"/>
                <a:cs typeface="Arial"/>
              </a:defRPr>
            </a:lvl6pPr>
            <a:lvl7pPr algn="l">
              <a:defRPr sz="1650" b="0">
                <a:solidFill>
                  <a:srgbClr val="526777"/>
                </a:solidFill>
                <a:latin typeface="Arial"/>
                <a:ea typeface="Arial"/>
                <a:cs typeface="Arial"/>
              </a:defRPr>
            </a:lvl7pPr>
            <a:lvl8pPr algn="l">
              <a:defRPr sz="1650" b="0">
                <a:solidFill>
                  <a:srgbClr val="526777"/>
                </a:solidFill>
                <a:latin typeface="Arial"/>
                <a:ea typeface="Arial"/>
                <a:cs typeface="Arial"/>
              </a:defRPr>
            </a:lvl8pPr>
            <a:lvl9pPr algn="l">
              <a:defRPr sz="1650" b="0">
                <a:solidFill>
                  <a:srgbClr val="526777"/>
                </a:solidFill>
                <a:latin typeface="Arial"/>
                <a:ea typeface="Arial"/>
                <a:cs typeface="Arial"/>
              </a:defRPr>
            </a:lvl9pPr>
          </a:lstStyle>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Comment access follows the signed-in user and comment author.</a:t>
            </a:r>
          </a:p>
        </p:txBody>
      </p:sp>
      <p:sp>
        <p:nvSpPr>
          <p:cNvPr id="3" name="footer-line">
            <a:extLst xmlns:a="http://schemas.openxmlformats.org/drawingml/2006/main">
              <a:ext uri="{FF2B5EF4-FFF2-40B4-BE49-F238E27FC236}">
                <a16:creationId xmlns:a16="http://schemas.microsoft.com/office/drawing/2014/main" id="{33BA1877-ED3C-440B-B15D-489F6E8216F1}"/>
              </a:ext>
            </a:extLst>
          </p:cNvPr>
          <p:cNvSpPr>
            <a:spLocks xmlns:a="http://schemas.openxmlformats.org/drawingml/2006/main" noGrp="1"/>
          </p:cNvSpPr>
          <p:nvPr/>
        </p:nvSpPr>
        <p:spPr>
          <a:xfrm xmlns:a="http://schemas.openxmlformats.org/drawingml/2006/main">
            <a:off x="685800" y="6391275"/>
            <a:ext cx="108204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F7EF3C1B-F3B0-4D8A-B2C0-CC9A2AA9ED99}"/>
              </a:ext>
            </a:extLst>
          </p:cNvPr>
          <p:cNvSpPr>
            <a:spLocks xmlns:a="http://schemas.openxmlformats.org/drawingml/2006/main" noGrp="1"/>
          </p:cNvSpPr>
          <p:nvPr/>
        </p:nvSpPr>
        <p:spPr>
          <a:xfrm xmlns:a="http://schemas.openxmlformats.org/drawingml/2006/main">
            <a:off x="685800" y="64770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777"/>
                </a:solidFill>
                <a:latin typeface="Arial"/>
                <a:ea typeface="Arial"/>
                <a:cs typeface="Arial"/>
              </a:defRPr>
            </a:defPPr>
            <a:lvl1pPr algn="l">
              <a:defRPr sz="1125" b="0">
                <a:solidFill>
                  <a:srgbClr val="526777"/>
                </a:solidFill>
                <a:latin typeface="Arial"/>
                <a:ea typeface="Arial"/>
                <a:cs typeface="Arial"/>
              </a:defRPr>
            </a:lvl1pPr>
            <a:lvl2pPr algn="l">
              <a:defRPr sz="1125" b="0">
                <a:solidFill>
                  <a:srgbClr val="526777"/>
                </a:solidFill>
                <a:latin typeface="Arial"/>
                <a:ea typeface="Arial"/>
                <a:cs typeface="Arial"/>
              </a:defRPr>
            </a:lvl2pPr>
            <a:lvl3pPr algn="l">
              <a:defRPr sz="1125" b="0">
                <a:solidFill>
                  <a:srgbClr val="526777"/>
                </a:solidFill>
                <a:latin typeface="Arial"/>
                <a:ea typeface="Arial"/>
                <a:cs typeface="Arial"/>
              </a:defRPr>
            </a:lvl3pPr>
            <a:lvl4pPr algn="l">
              <a:defRPr sz="1125" b="0">
                <a:solidFill>
                  <a:srgbClr val="526777"/>
                </a:solidFill>
                <a:latin typeface="Arial"/>
                <a:ea typeface="Arial"/>
                <a:cs typeface="Arial"/>
              </a:defRPr>
            </a:lvl4pPr>
            <a:lvl5pPr algn="l">
              <a:defRPr sz="1125" b="0">
                <a:solidFill>
                  <a:srgbClr val="526777"/>
                </a:solidFill>
                <a:latin typeface="Arial"/>
                <a:ea typeface="Arial"/>
                <a:cs typeface="Arial"/>
              </a:defRPr>
            </a:lvl5pPr>
            <a:lvl6pPr algn="l">
              <a:defRPr sz="1125" b="0">
                <a:solidFill>
                  <a:srgbClr val="526777"/>
                </a:solidFill>
                <a:latin typeface="Arial"/>
                <a:ea typeface="Arial"/>
                <a:cs typeface="Arial"/>
              </a:defRPr>
            </a:lvl6pPr>
            <a:lvl7pPr algn="l">
              <a:defRPr sz="1125" b="0">
                <a:solidFill>
                  <a:srgbClr val="526777"/>
                </a:solidFill>
                <a:latin typeface="Arial"/>
                <a:ea typeface="Arial"/>
                <a:cs typeface="Arial"/>
              </a:defRPr>
            </a:lvl7pPr>
            <a:lvl8pPr algn="l">
              <a:defRPr sz="1125" b="0">
                <a:solidFill>
                  <a:srgbClr val="526777"/>
                </a:solidFill>
                <a:latin typeface="Arial"/>
                <a:ea typeface="Arial"/>
                <a:cs typeface="Arial"/>
              </a:defRPr>
            </a:lvl8pPr>
            <a:lvl9pPr algn="l">
              <a:defRPr sz="1125" b="0">
                <a:solidFill>
                  <a:srgbClr val="526777"/>
                </a:solidFill>
                <a:latin typeface="Arial"/>
                <a:ea typeface="Arial"/>
                <a:cs typeface="Arial"/>
              </a:defRPr>
            </a:lvl9pPr>
          </a:lstStyle>
          <a:p xmlns:a="http://schemas.openxmlformats.org/drawingml/2006/main">
            <a:pPr algn="l">
              <a:defRPr sz="1125" b="0">
                <a:solidFill>
                  <a:srgbClr val="526777"/>
                </a:solidFill>
                <a:latin typeface="Arial"/>
                <a:ea typeface="Arial"/>
                <a:cs typeface="Arial"/>
              </a:defRPr>
            </a:pPr>
            <a:r>
              <a:rPr sz="1125" b="0">
                <a:solidFill>
                  <a:srgbClr val="526777"/>
                </a:solidFill>
                <a:latin typeface="Arial"/>
                <a:ea typeface="Arial"/>
                <a:cs typeface="Arial"/>
              </a:rPr>
              <a:t>Task Management System | CTO review</a:t>
            </a:r>
          </a:p>
        </p:txBody>
      </p:sp>
      <p:sp>
        <p:nvSpPr>
          <p:cNvPr id="5" name="page">
            <a:extLst xmlns:a="http://schemas.openxmlformats.org/drawingml/2006/main">
              <a:ext uri="{FF2B5EF4-FFF2-40B4-BE49-F238E27FC236}">
                <a16:creationId xmlns:a16="http://schemas.microsoft.com/office/drawing/2014/main" id="{E761EAC0-9BD6-4A76-BF76-8074E5C8B59D}"/>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777"/>
                </a:solidFill>
                <a:latin typeface="Arial"/>
                <a:ea typeface="Arial"/>
                <a:cs typeface="Arial"/>
              </a:defRPr>
            </a:defPPr>
            <a:lvl1pPr algn="r">
              <a:defRPr sz="1125" b="1">
                <a:solidFill>
                  <a:srgbClr val="526777"/>
                </a:solidFill>
                <a:latin typeface="Arial"/>
                <a:ea typeface="Arial"/>
                <a:cs typeface="Arial"/>
              </a:defRPr>
            </a:lvl1pPr>
            <a:lvl2pPr algn="r">
              <a:defRPr sz="1125" b="1">
                <a:solidFill>
                  <a:srgbClr val="526777"/>
                </a:solidFill>
                <a:latin typeface="Arial"/>
                <a:ea typeface="Arial"/>
                <a:cs typeface="Arial"/>
              </a:defRPr>
            </a:lvl2pPr>
            <a:lvl3pPr algn="r">
              <a:defRPr sz="1125" b="1">
                <a:solidFill>
                  <a:srgbClr val="526777"/>
                </a:solidFill>
                <a:latin typeface="Arial"/>
                <a:ea typeface="Arial"/>
                <a:cs typeface="Arial"/>
              </a:defRPr>
            </a:lvl3pPr>
            <a:lvl4pPr algn="r">
              <a:defRPr sz="1125" b="1">
                <a:solidFill>
                  <a:srgbClr val="526777"/>
                </a:solidFill>
                <a:latin typeface="Arial"/>
                <a:ea typeface="Arial"/>
                <a:cs typeface="Arial"/>
              </a:defRPr>
            </a:lvl4pPr>
            <a:lvl5pPr algn="r">
              <a:defRPr sz="1125" b="1">
                <a:solidFill>
                  <a:srgbClr val="526777"/>
                </a:solidFill>
                <a:latin typeface="Arial"/>
                <a:ea typeface="Arial"/>
                <a:cs typeface="Arial"/>
              </a:defRPr>
            </a:lvl5pPr>
            <a:lvl6pPr algn="r">
              <a:defRPr sz="1125" b="1">
                <a:solidFill>
                  <a:srgbClr val="526777"/>
                </a:solidFill>
                <a:latin typeface="Arial"/>
                <a:ea typeface="Arial"/>
                <a:cs typeface="Arial"/>
              </a:defRPr>
            </a:lvl6pPr>
            <a:lvl7pPr algn="r">
              <a:defRPr sz="1125" b="1">
                <a:solidFill>
                  <a:srgbClr val="526777"/>
                </a:solidFill>
                <a:latin typeface="Arial"/>
                <a:ea typeface="Arial"/>
                <a:cs typeface="Arial"/>
              </a:defRPr>
            </a:lvl7pPr>
            <a:lvl8pPr algn="r">
              <a:defRPr sz="1125" b="1">
                <a:solidFill>
                  <a:srgbClr val="526777"/>
                </a:solidFill>
                <a:latin typeface="Arial"/>
                <a:ea typeface="Arial"/>
                <a:cs typeface="Arial"/>
              </a:defRPr>
            </a:lvl8pPr>
            <a:lvl9pPr algn="r">
              <a:defRPr sz="1125" b="1">
                <a:solidFill>
                  <a:srgbClr val="526777"/>
                </a:solidFill>
                <a:latin typeface="Arial"/>
                <a:ea typeface="Arial"/>
                <a:cs typeface="Arial"/>
              </a:defRPr>
            </a:lvl9pPr>
          </a:lstStyle>
          <a:p xmlns:a="http://schemas.openxmlformats.org/drawingml/2006/main">
            <a:pPr algn="r">
              <a:defRPr sz="1125" b="1">
                <a:solidFill>
                  <a:srgbClr val="526777"/>
                </a:solidFill>
                <a:latin typeface="Arial"/>
                <a:ea typeface="Arial"/>
                <a:cs typeface="Arial"/>
              </a:defRPr>
            </a:pPr>
            <a:r>
              <a:rPr sz="1125" b="1">
                <a:solidFill>
                  <a:srgbClr val="526777"/>
                </a:solidFill>
                <a:latin typeface="Arial"/>
                <a:ea typeface="Arial"/>
                <a:cs typeface="Arial"/>
              </a:rPr>
              <a:t>06</a:t>
            </a:r>
          </a:p>
        </p:txBody>
      </p:sp>
      <p:graphicFrame>
        <p:nvGraphicFramePr>
          <p:cNvPr id="6" name="">
            <a:extLst xmlns:a="http://schemas.openxmlformats.org/drawingml/2006/main">
              <a:ext uri="{FF2B5EF4-FFF2-40B4-BE49-F238E27FC236}">
                <a16:creationId xmlns:a16="http://schemas.microsoft.com/office/drawing/2014/main" id="{4B1AEE2C-6E70-4D05-8453-5CC43EB4AC29}"/>
              </a:ext>
            </a:extLst>
          </p:cNvPr>
          <p:cNvGraphicFramePr/>
          <p:nvPr/>
        </p:nvGraphicFramePr>
        <p:xfrm>
          <a:off xmlns:a="http://schemas.openxmlformats.org/drawingml/2006/main" x="742950" y="1924050"/>
          <a:ext xmlns:a="http://schemas.openxmlformats.org/drawingml/2006/main" cx="10706100" cy="2571750"/>
        </p:xfrm>
        <a:graphic xmlns:a="http://schemas.openxmlformats.org/drawingml/2006/main">
          <a:graphicData uri="http://schemas.openxmlformats.org/drawingml/2006/table">
            <a:tbl>
              <a:tblPr/>
              <a:tblGrid>
                <a:gridCol w="4095750"/>
                <a:gridCol w="4476750"/>
                <a:gridCol w="2133600"/>
              </a:tblGrid>
              <a:tr h="514350">
                <a:tc>
                  <a:txBody>
                    <a:bodyPr lIns="95250" tIns="38100" rIns="76200" bIns="38100">
                      <a:normAutofit/>
                    </a:bodyPr>
                    <a:lstStyle/>
                    <a:p>
                      <a:pPr algn="l"/>
                      <a:r>
                        <a:rPr sz="1500" b="1">
                          <a:solidFill>
                            <a:srgbClr val="FFFFFF"/>
                          </a:solidFill>
                          <a:latin typeface="Arial"/>
                          <a:ea typeface="Arial"/>
                          <a:cs typeface="Arial"/>
                        </a:rPr>
                        <a:t>Method and path</a:t>
                      </a:r>
                    </a:p>
                  </a:txBody>
                  <a:tcPr marL="91440" marR="91440" marT="45720" marB="45720" anchor="ctr">
                    <a:lnL w="9525">
                      <a:solidFill>
                        <a:srgbClr val="D3DEE3"/>
                      </a:solidFill>
                      <a:prstDash val="solid"/>
                    </a:lnL>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500" b="1">
                          <a:solidFill>
                            <a:srgbClr val="FFFFFF"/>
                          </a:solidFill>
                          <a:latin typeface="Arial"/>
                          <a:ea typeface="Arial"/>
                          <a:cs typeface="Arial"/>
                        </a:rPr>
                        <a:t>Purpose</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500" b="1">
                          <a:solidFill>
                            <a:srgbClr val="FFFFFF"/>
                          </a:solidFill>
                          <a:latin typeface="Arial"/>
                          <a:ea typeface="Arial"/>
                          <a:cs typeface="Arial"/>
                        </a:rPr>
                        <a:t>Access</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r>
              <a:tr h="514350">
                <a:tc>
                  <a:txBody>
                    <a:bodyPr lIns="95250" tIns="38100" rIns="76200" bIns="38100">
                      <a:normAutofit/>
                    </a:bodyPr>
                    <a:lstStyle/>
                    <a:p>
                      <a:pPr algn="l"/>
                      <a:r>
                        <a:rPr sz="1425" b="0">
                          <a:solidFill>
                            <a:srgbClr val="172B3A"/>
                          </a:solidFill>
                          <a:latin typeface="Arial"/>
                          <a:ea typeface="Arial"/>
                          <a:cs typeface="Arial"/>
                        </a:rPr>
                        <a:t>POST /tasks/{task_id}/comments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425" b="0">
                          <a:solidFill>
                            <a:srgbClr val="172B3A"/>
                          </a:solidFill>
                          <a:latin typeface="Arial"/>
                          <a:ea typeface="Arial"/>
                          <a:cs typeface="Arial"/>
                        </a:rPr>
                        <a:t>Add a comment to a task</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425" b="0">
                          <a:solidFill>
                            <a:srgbClr val="172B3A"/>
                          </a:solidFill>
                          <a:latin typeface="Arial"/>
                          <a:ea typeface="Arial"/>
                          <a:cs typeface="Arial"/>
                        </a:rPr>
                        <a:t>Signed in</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514350">
                <a:tc>
                  <a:txBody>
                    <a:bodyPr lIns="95250" tIns="38100" rIns="76200" bIns="38100">
                      <a:normAutofit/>
                    </a:bodyPr>
                    <a:lstStyle/>
                    <a:p>
                      <a:pPr algn="l"/>
                      <a:r>
                        <a:rPr sz="1425" b="0">
                          <a:solidFill>
                            <a:srgbClr val="172B3A"/>
                          </a:solidFill>
                          <a:latin typeface="Arial"/>
                          <a:ea typeface="Arial"/>
                          <a:cs typeface="Arial"/>
                        </a:rPr>
                        <a:t>GET /tasks/{task_id}/comments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425" b="0">
                          <a:solidFill>
                            <a:srgbClr val="172B3A"/>
                          </a:solidFill>
                          <a:latin typeface="Arial"/>
                          <a:ea typeface="Arial"/>
                          <a:cs typeface="Arial"/>
                        </a:rPr>
                        <a:t>List comments in creation order</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425" b="0">
                          <a:solidFill>
                            <a:srgbClr val="172B3A"/>
                          </a:solidFill>
                          <a:latin typeface="Arial"/>
                          <a:ea typeface="Arial"/>
                          <a:cs typeface="Arial"/>
                        </a:rPr>
                        <a:t>Signed in</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514350">
                <a:tc>
                  <a:txBody>
                    <a:bodyPr lIns="95250" tIns="38100" rIns="76200" bIns="38100">
                      <a:normAutofit/>
                    </a:bodyPr>
                    <a:lstStyle/>
                    <a:p>
                      <a:pPr algn="l"/>
                      <a:r>
                        <a:rPr sz="1425" b="0">
                          <a:solidFill>
                            <a:srgbClr val="172B3A"/>
                          </a:solidFill>
                          <a:latin typeface="Arial"/>
                          <a:ea typeface="Arial"/>
                          <a:cs typeface="Arial"/>
                        </a:rPr>
                        <a:t>DELETE /comments/{comment_id}</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425" b="0">
                          <a:solidFill>
                            <a:srgbClr val="172B3A"/>
                          </a:solidFill>
                          <a:latin typeface="Arial"/>
                          <a:ea typeface="Arial"/>
                          <a:cs typeface="Arial"/>
                        </a:rPr>
                        <a:t>Delete a comment</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425" b="0">
                          <a:solidFill>
                            <a:srgbClr val="172B3A"/>
                          </a:solidFill>
                          <a:latin typeface="Arial"/>
                          <a:ea typeface="Arial"/>
                          <a:cs typeface="Arial"/>
                        </a:rPr>
                        <a:t>Author or admin</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514350">
                <a:tc>
                  <a:txBody>
                    <a:bodyPr lIns="95250" tIns="38100" rIns="76200" bIns="38100">
                      <a:normAutofit/>
                    </a:bodyPr>
                    <a:lstStyle/>
                    <a:p>
                      <a:pPr algn="l"/>
                      <a:r>
                        <a:rPr sz="1425" b="0">
                          <a:solidFill>
                            <a:srgbClr val="172B3A"/>
                          </a:solidFill>
                          <a:latin typeface="Arial"/>
                          <a:ea typeface="Arial"/>
                          <a:cs typeface="Arial"/>
                        </a:rPr>
                        <a:t>GET /health</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425" b="0">
                          <a:solidFill>
                            <a:srgbClr val="172B3A"/>
                          </a:solidFill>
                          <a:latin typeface="Arial"/>
                          <a:ea typeface="Arial"/>
                          <a:cs typeface="Arial"/>
                        </a:rPr>
                        <a:t>Check API process status</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425" b="0">
                          <a:solidFill>
                            <a:srgbClr val="172B3A"/>
                          </a:solidFill>
                          <a:latin typeface="Arial"/>
                          <a:ea typeface="Arial"/>
                          <a:cs typeface="Arial"/>
                        </a:rPr>
                        <a:t>Public</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bl>
          </a:graphicData>
        </a:graphic>
      </p:graphicFrame>
      <p:sp>
        <p:nvSpPr>
          <p:cNvPr id="7" name="swagger-title">
            <a:extLst xmlns:a="http://schemas.openxmlformats.org/drawingml/2006/main">
              <a:ext uri="{FF2B5EF4-FFF2-40B4-BE49-F238E27FC236}">
                <a16:creationId xmlns:a16="http://schemas.microsoft.com/office/drawing/2014/main" id="{F370647E-8EB1-421D-8515-C24BF4093494}"/>
              </a:ext>
            </a:extLst>
          </p:cNvPr>
          <p:cNvSpPr>
            <a:spLocks xmlns:a="http://schemas.openxmlformats.org/drawingml/2006/main" noGrp="1"/>
          </p:cNvSpPr>
          <p:nvPr/>
        </p:nvSpPr>
        <p:spPr>
          <a:xfrm xmlns:a="http://schemas.openxmlformats.org/drawingml/2006/main">
            <a:off x="781050" y="49530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02A43"/>
                </a:solidFill>
                <a:latin typeface="Arial"/>
                <a:ea typeface="Arial"/>
                <a:cs typeface="Arial"/>
              </a:defRPr>
            </a:defPPr>
            <a:lvl1pPr algn="l">
              <a:defRPr sz="1800" b="1">
                <a:solidFill>
                  <a:srgbClr val="102A43"/>
                </a:solidFill>
                <a:latin typeface="Arial"/>
                <a:ea typeface="Arial"/>
                <a:cs typeface="Arial"/>
              </a:defRPr>
            </a:lvl1pPr>
            <a:lvl2pPr algn="l">
              <a:defRPr sz="1800" b="1">
                <a:solidFill>
                  <a:srgbClr val="102A43"/>
                </a:solidFill>
                <a:latin typeface="Arial"/>
                <a:ea typeface="Arial"/>
                <a:cs typeface="Arial"/>
              </a:defRPr>
            </a:lvl2pPr>
            <a:lvl3pPr algn="l">
              <a:defRPr sz="1800" b="1">
                <a:solidFill>
                  <a:srgbClr val="102A43"/>
                </a:solidFill>
                <a:latin typeface="Arial"/>
                <a:ea typeface="Arial"/>
                <a:cs typeface="Arial"/>
              </a:defRPr>
            </a:lvl3pPr>
            <a:lvl4pPr algn="l">
              <a:defRPr sz="1800" b="1">
                <a:solidFill>
                  <a:srgbClr val="102A43"/>
                </a:solidFill>
                <a:latin typeface="Arial"/>
                <a:ea typeface="Arial"/>
                <a:cs typeface="Arial"/>
              </a:defRPr>
            </a:lvl4pPr>
            <a:lvl5pPr algn="l">
              <a:defRPr sz="1800" b="1">
                <a:solidFill>
                  <a:srgbClr val="102A43"/>
                </a:solidFill>
                <a:latin typeface="Arial"/>
                <a:ea typeface="Arial"/>
                <a:cs typeface="Arial"/>
              </a:defRPr>
            </a:lvl5pPr>
            <a:lvl6pPr algn="l">
              <a:defRPr sz="1800" b="1">
                <a:solidFill>
                  <a:srgbClr val="102A43"/>
                </a:solidFill>
                <a:latin typeface="Arial"/>
                <a:ea typeface="Arial"/>
                <a:cs typeface="Arial"/>
              </a:defRPr>
            </a:lvl6pPr>
            <a:lvl7pPr algn="l">
              <a:defRPr sz="1800" b="1">
                <a:solidFill>
                  <a:srgbClr val="102A43"/>
                </a:solidFill>
                <a:latin typeface="Arial"/>
                <a:ea typeface="Arial"/>
                <a:cs typeface="Arial"/>
              </a:defRPr>
            </a:lvl7pPr>
            <a:lvl8pPr algn="l">
              <a:defRPr sz="1800" b="1">
                <a:solidFill>
                  <a:srgbClr val="102A43"/>
                </a:solidFill>
                <a:latin typeface="Arial"/>
                <a:ea typeface="Arial"/>
                <a:cs typeface="Arial"/>
              </a:defRPr>
            </a:lvl8pPr>
            <a:lvl9pPr algn="l">
              <a:defRPr sz="1800" b="1">
                <a:solidFill>
                  <a:srgbClr val="102A43"/>
                </a:solidFill>
                <a:latin typeface="Arial"/>
                <a:ea typeface="Arial"/>
                <a:cs typeface="Arial"/>
              </a:defRPr>
            </a:lvl9pPr>
          </a:lstStyle>
          <a:p xmlns:a="http://schemas.openxmlformats.org/drawingml/2006/main">
            <a:pPr algn="l">
              <a:defRPr sz="1800" b="1">
                <a:solidFill>
                  <a:srgbClr val="102A43"/>
                </a:solidFill>
                <a:latin typeface="Arial"/>
                <a:ea typeface="Arial"/>
                <a:cs typeface="Arial"/>
              </a:defRPr>
            </a:pPr>
            <a:r>
              <a:rPr sz="1800" b="1">
                <a:solidFill>
                  <a:srgbClr val="102A43"/>
                </a:solidFill>
                <a:latin typeface="Arial"/>
                <a:ea typeface="Arial"/>
                <a:cs typeface="Arial"/>
              </a:rPr>
              <a:t>Interactive API testing</a:t>
            </a:r>
          </a:p>
        </p:txBody>
      </p:sp>
      <p:sp>
        <p:nvSpPr>
          <p:cNvPr id="8" name="swagger-url">
            <a:extLst xmlns:a="http://schemas.openxmlformats.org/drawingml/2006/main">
              <a:ext uri="{FF2B5EF4-FFF2-40B4-BE49-F238E27FC236}">
                <a16:creationId xmlns:a16="http://schemas.microsoft.com/office/drawing/2014/main" id="{9A8DAF72-EA0A-41D3-9508-C6C092456B62}"/>
              </a:ext>
            </a:extLst>
          </p:cNvPr>
          <p:cNvSpPr>
            <a:spLocks xmlns:a="http://schemas.openxmlformats.org/drawingml/2006/main" noGrp="1"/>
          </p:cNvSpPr>
          <p:nvPr/>
        </p:nvSpPr>
        <p:spPr>
          <a:xfrm xmlns:a="http://schemas.openxmlformats.org/drawingml/2006/main">
            <a:off x="781050" y="5381625"/>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7D79"/>
                </a:solidFill>
                <a:latin typeface="Arial"/>
                <a:ea typeface="Arial"/>
                <a:cs typeface="Arial"/>
              </a:defRPr>
            </a:defPPr>
            <a:lvl1pPr algn="l">
              <a:defRPr sz="1650" b="1">
                <a:solidFill>
                  <a:srgbClr val="147D79"/>
                </a:solidFill>
                <a:latin typeface="Arial"/>
                <a:ea typeface="Arial"/>
                <a:cs typeface="Arial"/>
              </a:defRPr>
            </a:lvl1pPr>
            <a:lvl2pPr algn="l">
              <a:defRPr sz="1650" b="1">
                <a:solidFill>
                  <a:srgbClr val="147D79"/>
                </a:solidFill>
                <a:latin typeface="Arial"/>
                <a:ea typeface="Arial"/>
                <a:cs typeface="Arial"/>
              </a:defRPr>
            </a:lvl2pPr>
            <a:lvl3pPr algn="l">
              <a:defRPr sz="1650" b="1">
                <a:solidFill>
                  <a:srgbClr val="147D79"/>
                </a:solidFill>
                <a:latin typeface="Arial"/>
                <a:ea typeface="Arial"/>
                <a:cs typeface="Arial"/>
              </a:defRPr>
            </a:lvl3pPr>
            <a:lvl4pPr algn="l">
              <a:defRPr sz="1650" b="1">
                <a:solidFill>
                  <a:srgbClr val="147D79"/>
                </a:solidFill>
                <a:latin typeface="Arial"/>
                <a:ea typeface="Arial"/>
                <a:cs typeface="Arial"/>
              </a:defRPr>
            </a:lvl4pPr>
            <a:lvl5pPr algn="l">
              <a:defRPr sz="1650" b="1">
                <a:solidFill>
                  <a:srgbClr val="147D79"/>
                </a:solidFill>
                <a:latin typeface="Arial"/>
                <a:ea typeface="Arial"/>
                <a:cs typeface="Arial"/>
              </a:defRPr>
            </a:lvl5pPr>
            <a:lvl6pPr algn="l">
              <a:defRPr sz="1650" b="1">
                <a:solidFill>
                  <a:srgbClr val="147D79"/>
                </a:solidFill>
                <a:latin typeface="Arial"/>
                <a:ea typeface="Arial"/>
                <a:cs typeface="Arial"/>
              </a:defRPr>
            </a:lvl6pPr>
            <a:lvl7pPr algn="l">
              <a:defRPr sz="1650" b="1">
                <a:solidFill>
                  <a:srgbClr val="147D79"/>
                </a:solidFill>
                <a:latin typeface="Arial"/>
                <a:ea typeface="Arial"/>
                <a:cs typeface="Arial"/>
              </a:defRPr>
            </a:lvl7pPr>
            <a:lvl8pPr algn="l">
              <a:defRPr sz="1650" b="1">
                <a:solidFill>
                  <a:srgbClr val="147D79"/>
                </a:solidFill>
                <a:latin typeface="Arial"/>
                <a:ea typeface="Arial"/>
                <a:cs typeface="Arial"/>
              </a:defRPr>
            </a:lvl8pPr>
            <a:lvl9pPr algn="l">
              <a:defRPr sz="1650" b="1">
                <a:solidFill>
                  <a:srgbClr val="147D79"/>
                </a:solidFill>
                <a:latin typeface="Arial"/>
                <a:ea typeface="Arial"/>
                <a:cs typeface="Arial"/>
              </a:defRPr>
            </a:lvl9pPr>
          </a:lstStyle>
          <a:p xmlns:a="http://schemas.openxmlformats.org/drawingml/2006/main">
            <a:pPr algn="l">
              <a:defRPr sz="1650" b="1">
                <a:solidFill>
                  <a:srgbClr val="147D79"/>
                </a:solidFill>
                <a:latin typeface="Arial"/>
                <a:ea typeface="Arial"/>
                <a:cs typeface="Arial"/>
              </a:defRPr>
            </a:pPr>
            <a:r>
              <a:rPr sz="1650" b="1">
                <a:solidFill>
                  <a:srgbClr val="147D79"/>
                </a:solidFill>
                <a:latin typeface="Arial"/>
                <a:ea typeface="Arial"/>
                <a:cs typeface="Arial"/>
              </a:rPr>
              <a:t>http://localhost:8000/docs</a:t>
            </a:r>
          </a:p>
        </p:txBody>
      </p:sp>
      <p:sp>
        <p:nvSpPr>
          <p:cNvPr id="9" name="comment-rule">
            <a:extLst xmlns:a="http://schemas.openxmlformats.org/drawingml/2006/main">
              <a:ext uri="{FF2B5EF4-FFF2-40B4-BE49-F238E27FC236}">
                <a16:creationId xmlns:a16="http://schemas.microsoft.com/office/drawing/2014/main" id="{1BC39E0E-85E2-471E-B861-9AC0E0FCF550}"/>
              </a:ext>
            </a:extLst>
          </p:cNvPr>
          <p:cNvSpPr>
            <a:spLocks xmlns:a="http://schemas.openxmlformats.org/drawingml/2006/main" noGrp="1"/>
          </p:cNvSpPr>
          <p:nvPr/>
        </p:nvSpPr>
        <p:spPr>
          <a:xfrm xmlns:a="http://schemas.openxmlformats.org/drawingml/2006/main">
            <a:off x="781050" y="58293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26777"/>
                </a:solidFill>
                <a:latin typeface="Arial"/>
                <a:ea typeface="Arial"/>
                <a:cs typeface="Arial"/>
              </a:defRPr>
            </a:defPPr>
            <a:lvl1pPr algn="l">
              <a:defRPr sz="1500" b="0">
                <a:solidFill>
                  <a:srgbClr val="526777"/>
                </a:solidFill>
                <a:latin typeface="Arial"/>
                <a:ea typeface="Arial"/>
                <a:cs typeface="Arial"/>
              </a:defRPr>
            </a:lvl1pPr>
            <a:lvl2pPr algn="l">
              <a:defRPr sz="1500" b="0">
                <a:solidFill>
                  <a:srgbClr val="526777"/>
                </a:solidFill>
                <a:latin typeface="Arial"/>
                <a:ea typeface="Arial"/>
                <a:cs typeface="Arial"/>
              </a:defRPr>
            </a:lvl2pPr>
            <a:lvl3pPr algn="l">
              <a:defRPr sz="1500" b="0">
                <a:solidFill>
                  <a:srgbClr val="526777"/>
                </a:solidFill>
                <a:latin typeface="Arial"/>
                <a:ea typeface="Arial"/>
                <a:cs typeface="Arial"/>
              </a:defRPr>
            </a:lvl3pPr>
            <a:lvl4pPr algn="l">
              <a:defRPr sz="1500" b="0">
                <a:solidFill>
                  <a:srgbClr val="526777"/>
                </a:solidFill>
                <a:latin typeface="Arial"/>
                <a:ea typeface="Arial"/>
                <a:cs typeface="Arial"/>
              </a:defRPr>
            </a:lvl4pPr>
            <a:lvl5pPr algn="l">
              <a:defRPr sz="1500" b="0">
                <a:solidFill>
                  <a:srgbClr val="526777"/>
                </a:solidFill>
                <a:latin typeface="Arial"/>
                <a:ea typeface="Arial"/>
                <a:cs typeface="Arial"/>
              </a:defRPr>
            </a:lvl5pPr>
            <a:lvl6pPr algn="l">
              <a:defRPr sz="1500" b="0">
                <a:solidFill>
                  <a:srgbClr val="526777"/>
                </a:solidFill>
                <a:latin typeface="Arial"/>
                <a:ea typeface="Arial"/>
                <a:cs typeface="Arial"/>
              </a:defRPr>
            </a:lvl6pPr>
            <a:lvl7pPr algn="l">
              <a:defRPr sz="1500" b="0">
                <a:solidFill>
                  <a:srgbClr val="526777"/>
                </a:solidFill>
                <a:latin typeface="Arial"/>
                <a:ea typeface="Arial"/>
                <a:cs typeface="Arial"/>
              </a:defRPr>
            </a:lvl7pPr>
            <a:lvl8pPr algn="l">
              <a:defRPr sz="1500" b="0">
                <a:solidFill>
                  <a:srgbClr val="526777"/>
                </a:solidFill>
                <a:latin typeface="Arial"/>
                <a:ea typeface="Arial"/>
                <a:cs typeface="Arial"/>
              </a:defRPr>
            </a:lvl8pPr>
            <a:lvl9pPr algn="l">
              <a:defRPr sz="1500" b="0">
                <a:solidFill>
                  <a:srgbClr val="526777"/>
                </a:solidFill>
                <a:latin typeface="Arial"/>
                <a:ea typeface="Arial"/>
                <a:cs typeface="Arial"/>
              </a:defRPr>
            </a:lvl9pPr>
          </a:lstStyle>
          <a:p xmlns:a="http://schemas.openxmlformats.org/drawingml/2006/main">
            <a:pPr algn="l">
              <a:defRPr sz="1500" b="0">
                <a:solidFill>
                  <a:srgbClr val="526777"/>
                </a:solidFill>
                <a:latin typeface="Arial"/>
                <a:ea typeface="Arial"/>
                <a:cs typeface="Arial"/>
              </a:defRPr>
            </a:pPr>
            <a:r>
              <a:rPr sz="1500" b="0">
                <a:solidFill>
                  <a:srgbClr val="526777"/>
                </a:solidFill>
                <a:latin typeface="Arial"/>
                <a:ea typeface="Arial"/>
                <a:cs typeface="Arial"/>
              </a:rPr>
              <a:t>The API records the signed-in user as the comment author.</a:t>
            </a:r>
          </a:p>
        </p:txBody>
      </p:sp>
    </p:spTree>
    <p:extLst>
      <p:ext uri="{BB962C8B-B14F-4D97-AF65-F5344CB8AC3E}">
        <p14:creationId xmlns:p14="http://schemas.microsoft.com/office/powerpoint/2010/main" val="160293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7A7AE05-05B5-4BFC-9DAB-BCA2DC9358D4}"/>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A43"/>
                </a:solidFill>
                <a:latin typeface="Arial"/>
                <a:ea typeface="Arial"/>
                <a:cs typeface="Arial"/>
              </a:defRPr>
            </a:defPPr>
            <a:lvl1pPr algn="l">
              <a:defRPr sz="3300" b="1">
                <a:solidFill>
                  <a:srgbClr val="102A43"/>
                </a:solidFill>
                <a:latin typeface="Arial"/>
                <a:ea typeface="Arial"/>
                <a:cs typeface="Arial"/>
              </a:defRPr>
            </a:lvl1pPr>
            <a:lvl2pPr algn="l">
              <a:defRPr sz="3300" b="1">
                <a:solidFill>
                  <a:srgbClr val="102A43"/>
                </a:solidFill>
                <a:latin typeface="Arial"/>
                <a:ea typeface="Arial"/>
                <a:cs typeface="Arial"/>
              </a:defRPr>
            </a:lvl2pPr>
            <a:lvl3pPr algn="l">
              <a:defRPr sz="3300" b="1">
                <a:solidFill>
                  <a:srgbClr val="102A43"/>
                </a:solidFill>
                <a:latin typeface="Arial"/>
                <a:ea typeface="Arial"/>
                <a:cs typeface="Arial"/>
              </a:defRPr>
            </a:lvl3pPr>
            <a:lvl4pPr algn="l">
              <a:defRPr sz="3300" b="1">
                <a:solidFill>
                  <a:srgbClr val="102A43"/>
                </a:solidFill>
                <a:latin typeface="Arial"/>
                <a:ea typeface="Arial"/>
                <a:cs typeface="Arial"/>
              </a:defRPr>
            </a:lvl4pPr>
            <a:lvl5pPr algn="l">
              <a:defRPr sz="3300" b="1">
                <a:solidFill>
                  <a:srgbClr val="102A43"/>
                </a:solidFill>
                <a:latin typeface="Arial"/>
                <a:ea typeface="Arial"/>
                <a:cs typeface="Arial"/>
              </a:defRPr>
            </a:lvl5pPr>
            <a:lvl6pPr algn="l">
              <a:defRPr sz="3300" b="1">
                <a:solidFill>
                  <a:srgbClr val="102A43"/>
                </a:solidFill>
                <a:latin typeface="Arial"/>
                <a:ea typeface="Arial"/>
                <a:cs typeface="Arial"/>
              </a:defRPr>
            </a:lvl6pPr>
            <a:lvl7pPr algn="l">
              <a:defRPr sz="3300" b="1">
                <a:solidFill>
                  <a:srgbClr val="102A43"/>
                </a:solidFill>
                <a:latin typeface="Arial"/>
                <a:ea typeface="Arial"/>
                <a:cs typeface="Arial"/>
              </a:defRPr>
            </a:lvl7pPr>
            <a:lvl8pPr algn="l">
              <a:defRPr sz="3300" b="1">
                <a:solidFill>
                  <a:srgbClr val="102A43"/>
                </a:solidFill>
                <a:latin typeface="Arial"/>
                <a:ea typeface="Arial"/>
                <a:cs typeface="Arial"/>
              </a:defRPr>
            </a:lvl8pPr>
            <a:lvl9pPr algn="l">
              <a:defRPr sz="3300" b="1">
                <a:solidFill>
                  <a:srgbClr val="102A43"/>
                </a:solidFill>
                <a:latin typeface="Arial"/>
                <a:ea typeface="Arial"/>
                <a:cs typeface="Arial"/>
              </a:defRPr>
            </a:lvl9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Implementation and error handling</a:t>
            </a:r>
          </a:p>
        </p:txBody>
      </p:sp>
      <p:sp>
        <p:nvSpPr>
          <p:cNvPr id="2" name="subtitle">
            <a:extLst xmlns:a="http://schemas.openxmlformats.org/drawingml/2006/main">
              <a:ext uri="{FF2B5EF4-FFF2-40B4-BE49-F238E27FC236}">
                <a16:creationId xmlns:a16="http://schemas.microsoft.com/office/drawing/2014/main" id="{D983F426-FB9B-4752-B796-CEFB327CD0D5}"/>
              </a:ext>
            </a:extLst>
          </p:cNvPr>
          <p:cNvSpPr>
            <a:spLocks xmlns:a="http://schemas.openxmlformats.org/drawingml/2006/main" noGrp="1"/>
          </p:cNvSpPr>
          <p:nvPr/>
        </p:nvSpPr>
        <p:spPr>
          <a:xfrm xmlns:a="http://schemas.openxmlformats.org/drawingml/2006/main">
            <a:off x="704850" y="9620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26777"/>
                </a:solidFill>
                <a:latin typeface="Arial"/>
                <a:ea typeface="Arial"/>
                <a:cs typeface="Arial"/>
              </a:defRPr>
            </a:defPPr>
            <a:lvl1pPr algn="l">
              <a:defRPr sz="1650" b="0">
                <a:solidFill>
                  <a:srgbClr val="526777"/>
                </a:solidFill>
                <a:latin typeface="Arial"/>
                <a:ea typeface="Arial"/>
                <a:cs typeface="Arial"/>
              </a:defRPr>
            </a:lvl1pPr>
            <a:lvl2pPr algn="l">
              <a:defRPr sz="1650" b="0">
                <a:solidFill>
                  <a:srgbClr val="526777"/>
                </a:solidFill>
                <a:latin typeface="Arial"/>
                <a:ea typeface="Arial"/>
                <a:cs typeface="Arial"/>
              </a:defRPr>
            </a:lvl2pPr>
            <a:lvl3pPr algn="l">
              <a:defRPr sz="1650" b="0">
                <a:solidFill>
                  <a:srgbClr val="526777"/>
                </a:solidFill>
                <a:latin typeface="Arial"/>
                <a:ea typeface="Arial"/>
                <a:cs typeface="Arial"/>
              </a:defRPr>
            </a:lvl3pPr>
            <a:lvl4pPr algn="l">
              <a:defRPr sz="1650" b="0">
                <a:solidFill>
                  <a:srgbClr val="526777"/>
                </a:solidFill>
                <a:latin typeface="Arial"/>
                <a:ea typeface="Arial"/>
                <a:cs typeface="Arial"/>
              </a:defRPr>
            </a:lvl4pPr>
            <a:lvl5pPr algn="l">
              <a:defRPr sz="1650" b="0">
                <a:solidFill>
                  <a:srgbClr val="526777"/>
                </a:solidFill>
                <a:latin typeface="Arial"/>
                <a:ea typeface="Arial"/>
                <a:cs typeface="Arial"/>
              </a:defRPr>
            </a:lvl5pPr>
            <a:lvl6pPr algn="l">
              <a:defRPr sz="1650" b="0">
                <a:solidFill>
                  <a:srgbClr val="526777"/>
                </a:solidFill>
                <a:latin typeface="Arial"/>
                <a:ea typeface="Arial"/>
                <a:cs typeface="Arial"/>
              </a:defRPr>
            </a:lvl6pPr>
            <a:lvl7pPr algn="l">
              <a:defRPr sz="1650" b="0">
                <a:solidFill>
                  <a:srgbClr val="526777"/>
                </a:solidFill>
                <a:latin typeface="Arial"/>
                <a:ea typeface="Arial"/>
                <a:cs typeface="Arial"/>
              </a:defRPr>
            </a:lvl7pPr>
            <a:lvl8pPr algn="l">
              <a:defRPr sz="1650" b="0">
                <a:solidFill>
                  <a:srgbClr val="526777"/>
                </a:solidFill>
                <a:latin typeface="Arial"/>
                <a:ea typeface="Arial"/>
                <a:cs typeface="Arial"/>
              </a:defRPr>
            </a:lvl8pPr>
            <a:lvl9pPr algn="l">
              <a:defRPr sz="1650" b="0">
                <a:solidFill>
                  <a:srgbClr val="526777"/>
                </a:solidFill>
                <a:latin typeface="Arial"/>
                <a:ea typeface="Arial"/>
                <a:cs typeface="Arial"/>
              </a:defRPr>
            </a:lvl9pPr>
          </a:lstStyle>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The code separates HTTP handling from business rules and database work.</a:t>
            </a:r>
          </a:p>
        </p:txBody>
      </p:sp>
      <p:sp>
        <p:nvSpPr>
          <p:cNvPr id="3" name="footer-line">
            <a:extLst xmlns:a="http://schemas.openxmlformats.org/drawingml/2006/main">
              <a:ext uri="{FF2B5EF4-FFF2-40B4-BE49-F238E27FC236}">
                <a16:creationId xmlns:a16="http://schemas.microsoft.com/office/drawing/2014/main" id="{055E4AAB-5446-4203-967E-873C23C77528}"/>
              </a:ext>
            </a:extLst>
          </p:cNvPr>
          <p:cNvSpPr>
            <a:spLocks xmlns:a="http://schemas.openxmlformats.org/drawingml/2006/main" noGrp="1"/>
          </p:cNvSpPr>
          <p:nvPr/>
        </p:nvSpPr>
        <p:spPr>
          <a:xfrm xmlns:a="http://schemas.openxmlformats.org/drawingml/2006/main">
            <a:off x="685800" y="6391275"/>
            <a:ext cx="108204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30ED277A-4102-46E9-B21C-0CCF04CAEAB8}"/>
              </a:ext>
            </a:extLst>
          </p:cNvPr>
          <p:cNvSpPr>
            <a:spLocks xmlns:a="http://schemas.openxmlformats.org/drawingml/2006/main" noGrp="1"/>
          </p:cNvSpPr>
          <p:nvPr/>
        </p:nvSpPr>
        <p:spPr>
          <a:xfrm xmlns:a="http://schemas.openxmlformats.org/drawingml/2006/main">
            <a:off x="685800" y="64770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777"/>
                </a:solidFill>
                <a:latin typeface="Arial"/>
                <a:ea typeface="Arial"/>
                <a:cs typeface="Arial"/>
              </a:defRPr>
            </a:defPPr>
            <a:lvl1pPr algn="l">
              <a:defRPr sz="1125" b="0">
                <a:solidFill>
                  <a:srgbClr val="526777"/>
                </a:solidFill>
                <a:latin typeface="Arial"/>
                <a:ea typeface="Arial"/>
                <a:cs typeface="Arial"/>
              </a:defRPr>
            </a:lvl1pPr>
            <a:lvl2pPr algn="l">
              <a:defRPr sz="1125" b="0">
                <a:solidFill>
                  <a:srgbClr val="526777"/>
                </a:solidFill>
                <a:latin typeface="Arial"/>
                <a:ea typeface="Arial"/>
                <a:cs typeface="Arial"/>
              </a:defRPr>
            </a:lvl2pPr>
            <a:lvl3pPr algn="l">
              <a:defRPr sz="1125" b="0">
                <a:solidFill>
                  <a:srgbClr val="526777"/>
                </a:solidFill>
                <a:latin typeface="Arial"/>
                <a:ea typeface="Arial"/>
                <a:cs typeface="Arial"/>
              </a:defRPr>
            </a:lvl3pPr>
            <a:lvl4pPr algn="l">
              <a:defRPr sz="1125" b="0">
                <a:solidFill>
                  <a:srgbClr val="526777"/>
                </a:solidFill>
                <a:latin typeface="Arial"/>
                <a:ea typeface="Arial"/>
                <a:cs typeface="Arial"/>
              </a:defRPr>
            </a:lvl4pPr>
            <a:lvl5pPr algn="l">
              <a:defRPr sz="1125" b="0">
                <a:solidFill>
                  <a:srgbClr val="526777"/>
                </a:solidFill>
                <a:latin typeface="Arial"/>
                <a:ea typeface="Arial"/>
                <a:cs typeface="Arial"/>
              </a:defRPr>
            </a:lvl5pPr>
            <a:lvl6pPr algn="l">
              <a:defRPr sz="1125" b="0">
                <a:solidFill>
                  <a:srgbClr val="526777"/>
                </a:solidFill>
                <a:latin typeface="Arial"/>
                <a:ea typeface="Arial"/>
                <a:cs typeface="Arial"/>
              </a:defRPr>
            </a:lvl6pPr>
            <a:lvl7pPr algn="l">
              <a:defRPr sz="1125" b="0">
                <a:solidFill>
                  <a:srgbClr val="526777"/>
                </a:solidFill>
                <a:latin typeface="Arial"/>
                <a:ea typeface="Arial"/>
                <a:cs typeface="Arial"/>
              </a:defRPr>
            </a:lvl7pPr>
            <a:lvl8pPr algn="l">
              <a:defRPr sz="1125" b="0">
                <a:solidFill>
                  <a:srgbClr val="526777"/>
                </a:solidFill>
                <a:latin typeface="Arial"/>
                <a:ea typeface="Arial"/>
                <a:cs typeface="Arial"/>
              </a:defRPr>
            </a:lvl8pPr>
            <a:lvl9pPr algn="l">
              <a:defRPr sz="1125" b="0">
                <a:solidFill>
                  <a:srgbClr val="526777"/>
                </a:solidFill>
                <a:latin typeface="Arial"/>
                <a:ea typeface="Arial"/>
                <a:cs typeface="Arial"/>
              </a:defRPr>
            </a:lvl9pPr>
          </a:lstStyle>
          <a:p xmlns:a="http://schemas.openxmlformats.org/drawingml/2006/main">
            <a:pPr algn="l">
              <a:defRPr sz="1125" b="0">
                <a:solidFill>
                  <a:srgbClr val="526777"/>
                </a:solidFill>
                <a:latin typeface="Arial"/>
                <a:ea typeface="Arial"/>
                <a:cs typeface="Arial"/>
              </a:defRPr>
            </a:pPr>
            <a:r>
              <a:rPr sz="1125" b="0">
                <a:solidFill>
                  <a:srgbClr val="526777"/>
                </a:solidFill>
                <a:latin typeface="Arial"/>
                <a:ea typeface="Arial"/>
                <a:cs typeface="Arial"/>
              </a:rPr>
              <a:t>Task Management System | CTO review</a:t>
            </a:r>
          </a:p>
        </p:txBody>
      </p:sp>
      <p:sp>
        <p:nvSpPr>
          <p:cNvPr id="5" name="page">
            <a:extLst xmlns:a="http://schemas.openxmlformats.org/drawingml/2006/main">
              <a:ext uri="{FF2B5EF4-FFF2-40B4-BE49-F238E27FC236}">
                <a16:creationId xmlns:a16="http://schemas.microsoft.com/office/drawing/2014/main" id="{36431DE0-DAC6-4ECA-AE47-B3B2EC41F54F}"/>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777"/>
                </a:solidFill>
                <a:latin typeface="Arial"/>
                <a:ea typeface="Arial"/>
                <a:cs typeface="Arial"/>
              </a:defRPr>
            </a:defPPr>
            <a:lvl1pPr algn="r">
              <a:defRPr sz="1125" b="1">
                <a:solidFill>
                  <a:srgbClr val="526777"/>
                </a:solidFill>
                <a:latin typeface="Arial"/>
                <a:ea typeface="Arial"/>
                <a:cs typeface="Arial"/>
              </a:defRPr>
            </a:lvl1pPr>
            <a:lvl2pPr algn="r">
              <a:defRPr sz="1125" b="1">
                <a:solidFill>
                  <a:srgbClr val="526777"/>
                </a:solidFill>
                <a:latin typeface="Arial"/>
                <a:ea typeface="Arial"/>
                <a:cs typeface="Arial"/>
              </a:defRPr>
            </a:lvl2pPr>
            <a:lvl3pPr algn="r">
              <a:defRPr sz="1125" b="1">
                <a:solidFill>
                  <a:srgbClr val="526777"/>
                </a:solidFill>
                <a:latin typeface="Arial"/>
                <a:ea typeface="Arial"/>
                <a:cs typeface="Arial"/>
              </a:defRPr>
            </a:lvl3pPr>
            <a:lvl4pPr algn="r">
              <a:defRPr sz="1125" b="1">
                <a:solidFill>
                  <a:srgbClr val="526777"/>
                </a:solidFill>
                <a:latin typeface="Arial"/>
                <a:ea typeface="Arial"/>
                <a:cs typeface="Arial"/>
              </a:defRPr>
            </a:lvl4pPr>
            <a:lvl5pPr algn="r">
              <a:defRPr sz="1125" b="1">
                <a:solidFill>
                  <a:srgbClr val="526777"/>
                </a:solidFill>
                <a:latin typeface="Arial"/>
                <a:ea typeface="Arial"/>
                <a:cs typeface="Arial"/>
              </a:defRPr>
            </a:lvl5pPr>
            <a:lvl6pPr algn="r">
              <a:defRPr sz="1125" b="1">
                <a:solidFill>
                  <a:srgbClr val="526777"/>
                </a:solidFill>
                <a:latin typeface="Arial"/>
                <a:ea typeface="Arial"/>
                <a:cs typeface="Arial"/>
              </a:defRPr>
            </a:lvl6pPr>
            <a:lvl7pPr algn="r">
              <a:defRPr sz="1125" b="1">
                <a:solidFill>
                  <a:srgbClr val="526777"/>
                </a:solidFill>
                <a:latin typeface="Arial"/>
                <a:ea typeface="Arial"/>
                <a:cs typeface="Arial"/>
              </a:defRPr>
            </a:lvl7pPr>
            <a:lvl8pPr algn="r">
              <a:defRPr sz="1125" b="1">
                <a:solidFill>
                  <a:srgbClr val="526777"/>
                </a:solidFill>
                <a:latin typeface="Arial"/>
                <a:ea typeface="Arial"/>
                <a:cs typeface="Arial"/>
              </a:defRPr>
            </a:lvl8pPr>
            <a:lvl9pPr algn="r">
              <a:defRPr sz="1125" b="1">
                <a:solidFill>
                  <a:srgbClr val="526777"/>
                </a:solidFill>
                <a:latin typeface="Arial"/>
                <a:ea typeface="Arial"/>
                <a:cs typeface="Arial"/>
              </a:defRPr>
            </a:lvl9pPr>
          </a:lstStyle>
          <a:p xmlns:a="http://schemas.openxmlformats.org/drawingml/2006/main">
            <a:pPr algn="r">
              <a:defRPr sz="1125" b="1">
                <a:solidFill>
                  <a:srgbClr val="526777"/>
                </a:solidFill>
                <a:latin typeface="Arial"/>
                <a:ea typeface="Arial"/>
                <a:cs typeface="Arial"/>
              </a:defRPr>
            </a:pPr>
            <a:r>
              <a:rPr sz="1125" b="1">
                <a:solidFill>
                  <a:srgbClr val="526777"/>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48D86176-78D9-4D42-ADA0-235261B9A03D}"/>
              </a:ext>
            </a:extLst>
          </p:cNvPr>
          <p:cNvGraphicFramePr/>
          <p:nvPr/>
        </p:nvGraphicFramePr>
        <p:xfrm>
          <a:off xmlns:a="http://schemas.openxmlformats.org/drawingml/2006/main" x="742950" y="1695450"/>
          <a:ext xmlns:a="http://schemas.openxmlformats.org/drawingml/2006/main" cx="10706100" cy="3162300"/>
        </p:xfrm>
        <a:graphic xmlns:a="http://schemas.openxmlformats.org/drawingml/2006/main">
          <a:graphicData uri="http://schemas.openxmlformats.org/drawingml/2006/table">
            <a:tbl>
              <a:tblPr/>
              <a:tblGrid>
                <a:gridCol w="2952750"/>
                <a:gridCol w="7753350"/>
              </a:tblGrid>
              <a:tr h="451757">
                <a:tc>
                  <a:txBody>
                    <a:bodyPr lIns="95250" tIns="38100" rIns="76200" bIns="38100">
                      <a:normAutofit/>
                    </a:bodyPr>
                    <a:lstStyle/>
                    <a:p>
                      <a:pPr algn="l"/>
                      <a:r>
                        <a:rPr sz="1425" b="1">
                          <a:solidFill>
                            <a:srgbClr val="FFFFFF"/>
                          </a:solidFill>
                          <a:latin typeface="Arial"/>
                          <a:ea typeface="Arial"/>
                          <a:cs typeface="Arial"/>
                        </a:rPr>
                        <a:t>Area</a:t>
                      </a:r>
                    </a:p>
                  </a:txBody>
                  <a:tcPr marL="91440" marR="91440" marT="45720" marB="45720" anchor="ctr">
                    <a:lnL w="9525">
                      <a:solidFill>
                        <a:srgbClr val="D3DEE3"/>
                      </a:solidFill>
                      <a:prstDash val="solid"/>
                    </a:lnL>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425" b="1">
                          <a:solidFill>
                            <a:srgbClr val="FFFFFF"/>
                          </a:solidFill>
                          <a:latin typeface="Arial"/>
                          <a:ea typeface="Arial"/>
                          <a:cs typeface="Arial"/>
                        </a:rPr>
                        <a:t>Responsibility</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r>
              <a:tr h="451757">
                <a:tc>
                  <a:txBody>
                    <a:bodyPr lIns="95250" tIns="38100" rIns="76200" bIns="38100">
                      <a:normAutofit/>
                    </a:bodyPr>
                    <a:lstStyle/>
                    <a:p>
                      <a:pPr algn="l"/>
                      <a:r>
                        <a:rPr sz="1350" b="0">
                          <a:solidFill>
                            <a:srgbClr val="172B3A"/>
                          </a:solidFill>
                          <a:latin typeface="Arial"/>
                          <a:ea typeface="Arial"/>
                          <a:cs typeface="Arial"/>
                        </a:rPr>
                        <a:t>routers/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HTTP paths, request bodies, response codes</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451757">
                <a:tc>
                  <a:txBody>
                    <a:bodyPr lIns="95250" tIns="38100" rIns="76200" bIns="38100">
                      <a:normAutofit/>
                    </a:bodyPr>
                    <a:lstStyle/>
                    <a:p>
                      <a:pPr algn="l"/>
                      <a:r>
                        <a:rPr sz="1350" b="0">
                          <a:solidFill>
                            <a:srgbClr val="172B3A"/>
                          </a:solidFill>
                          <a:latin typeface="Arial"/>
                          <a:ea typeface="Arial"/>
                          <a:cs typeface="Arial"/>
                        </a:rPr>
                        <a:t>services/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Ownership checks, status flow, CRUD database operations</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451757">
                <a:tc>
                  <a:txBody>
                    <a:bodyPr lIns="95250" tIns="38100" rIns="76200" bIns="38100">
                      <a:normAutofit/>
                    </a:bodyPr>
                    <a:lstStyle/>
                    <a:p>
                      <a:pPr algn="l"/>
                      <a:r>
                        <a:rPr sz="1350" b="0">
                          <a:solidFill>
                            <a:srgbClr val="172B3A"/>
                          </a:solidFill>
                          <a:latin typeface="Arial"/>
                          <a:ea typeface="Arial"/>
                          <a:cs typeface="Arial"/>
                        </a:rPr>
                        <a:t>models.py + schemas.py</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SQLAlchemy relationships; validated request and response data</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451757">
                <a:tc>
                  <a:txBody>
                    <a:bodyPr lIns="95250" tIns="38100" rIns="76200" bIns="38100">
                      <a:normAutofit/>
                    </a:bodyPr>
                    <a:lstStyle/>
                    <a:p>
                      <a:pPr algn="l"/>
                      <a:r>
                        <a:rPr sz="1350" b="0">
                          <a:solidFill>
                            <a:srgbClr val="172B3A"/>
                          </a:solidFill>
                          <a:latin typeface="Arial"/>
                          <a:ea typeface="Arial"/>
                          <a:cs typeface="Arial"/>
                        </a:rPr>
                        <a:t>dependencies.py + utils/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DB session, current user, JWT and password helpers</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451757">
                <a:tc>
                  <a:txBody>
                    <a:bodyPr lIns="95250" tIns="38100" rIns="76200" bIns="38100">
                      <a:normAutofit/>
                    </a:bodyPr>
                    <a:lstStyle/>
                    <a:p>
                      <a:pPr algn="l"/>
                      <a:r>
                        <a:rPr sz="1350" b="0">
                          <a:solidFill>
                            <a:srgbClr val="172B3A"/>
                          </a:solidFill>
                          <a:latin typeface="Arial"/>
                          <a:ea typeface="Arial"/>
                          <a:cs typeface="Arial"/>
                        </a:rPr>
                        <a:t>alembic/ + tests/</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350" b="0">
                          <a:solidFill>
                            <a:srgbClr val="172B3A"/>
                          </a:solidFill>
                          <a:latin typeface="Arial"/>
                          <a:ea typeface="Arial"/>
                          <a:cs typeface="Arial"/>
                        </a:rPr>
                        <a:t>Database migration history; pytest and HTTPX checks</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451757">
                <a:tc>
                  <a:txBody>
                    <a:bodyPr lIns="95250" tIns="38100" rIns="76200" bIns="38100">
                      <a:normAutofit/>
                    </a:bodyPr>
                    <a:lstStyle/>
                    <a:p>
                      <a:pPr algn="l"/>
                      <a:r>
                        <a:rPr sz="1350" b="0">
                          <a:solidFill>
                            <a:srgbClr val="172B3A"/>
                          </a:solidFill>
                          <a:latin typeface="Arial"/>
                          <a:ea typeface="Arial"/>
                          <a:cs typeface="Arial"/>
                        </a:rPr>
                        <a:t>middleware/ + main.py</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350" b="0">
                          <a:solidFill>
                            <a:srgbClr val="172B3A"/>
                          </a:solidFill>
                          <a:latin typeface="Arial"/>
                          <a:ea typeface="Arial"/>
                          <a:cs typeface="Arial"/>
                        </a:rPr>
                        <a:t>Request logs, clear errors, rate limits, router setup</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8BF0D465-E668-4010-A611-E48A221803EF}"/>
              </a:ext>
            </a:extLst>
          </p:cNvPr>
          <p:cNvGraphicFramePr/>
          <p:nvPr/>
        </p:nvGraphicFramePr>
        <p:xfrm>
          <a:off xmlns:a="http://schemas.openxmlformats.org/drawingml/2006/main" x="742950" y="4895850"/>
          <a:ext xmlns:a="http://schemas.openxmlformats.org/drawingml/2006/main" cx="10706100" cy="1219200"/>
        </p:xfrm>
        <a:graphic xmlns:a="http://schemas.openxmlformats.org/drawingml/2006/main">
          <a:graphicData uri="http://schemas.openxmlformats.org/drawingml/2006/table">
            <a:tbl>
              <a:tblPr/>
              <a:tblGrid>
                <a:gridCol w="2000250"/>
                <a:gridCol w="3810000"/>
                <a:gridCol w="4895850"/>
              </a:tblGrid>
              <a:tr h="304800">
                <a:tc>
                  <a:txBody>
                    <a:bodyPr lIns="95250" tIns="38100" rIns="76200" bIns="38100">
                      <a:normAutofit/>
                    </a:bodyPr>
                    <a:lstStyle/>
                    <a:p>
                      <a:pPr algn="l"/>
                      <a:r>
                        <a:rPr sz="1350" b="1">
                          <a:solidFill>
                            <a:srgbClr val="FFFFFF"/>
                          </a:solidFill>
                          <a:latin typeface="Arial"/>
                          <a:ea typeface="Arial"/>
                          <a:cs typeface="Arial"/>
                        </a:rPr>
                        <a:t>Code</a:t>
                      </a:r>
                    </a:p>
                  </a:txBody>
                  <a:tcPr marL="91440" marR="91440" marT="45720" marB="45720" anchor="ctr">
                    <a:lnL w="9525">
                      <a:solidFill>
                        <a:srgbClr val="D3DEE3"/>
                      </a:solidFill>
                      <a:prstDash val="solid"/>
                    </a:lnL>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350" b="1">
                          <a:solidFill>
                            <a:srgbClr val="FFFFFF"/>
                          </a:solidFill>
                          <a:latin typeface="Arial"/>
                          <a:ea typeface="Arial"/>
                          <a:cs typeface="Arial"/>
                        </a:rPr>
                        <a:t>Meaning</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c>
                  <a:txBody>
                    <a:bodyPr lIns="95250" tIns="38100" rIns="76200" bIns="38100">
                      <a:normAutofit/>
                    </a:bodyPr>
                    <a:lstStyle/>
                    <a:p>
                      <a:pPr algn="l"/>
                      <a:r>
                        <a:rPr sz="1350" b="1">
                          <a:solidFill>
                            <a:srgbClr val="FFFFFF"/>
                          </a:solidFill>
                          <a:latin typeface="Arial"/>
                          <a:ea typeface="Arial"/>
                          <a:cs typeface="Arial"/>
                        </a:rPr>
                        <a:t>Example</a:t>
                      </a:r>
                    </a:p>
                  </a:txBody>
                  <a:tcPr marL="91440" marR="91440" marT="45720" marB="45720" anchor="ctr">
                    <a:lnR w="9525">
                      <a:solidFill>
                        <a:srgbClr val="D3DEE3"/>
                      </a:solidFill>
                      <a:prstDash val="solid"/>
                    </a:lnR>
                    <a:lnT w="9525">
                      <a:solidFill>
                        <a:srgbClr val="D3DEE3"/>
                      </a:solidFill>
                      <a:prstDash val="solid"/>
                    </a:lnT>
                    <a:lnB w="9525">
                      <a:solidFill>
                        <a:srgbClr val="D3DEE3"/>
                      </a:solidFill>
                      <a:prstDash val="solid"/>
                    </a:lnB>
                    <a:solidFill>
                      <a:srgbClr val="102A43"/>
                    </a:solidFill>
                  </a:tcPr>
                </a:tc>
              </a:tr>
              <a:tr h="304800">
                <a:tc>
                  <a:txBody>
                    <a:bodyPr lIns="95250" tIns="38100" rIns="76200" bIns="38100">
                      <a:normAutofit/>
                    </a:bodyPr>
                    <a:lstStyle/>
                    <a:p>
                      <a:pPr algn="l"/>
                      <a:r>
                        <a:rPr sz="1275" b="0">
                          <a:solidFill>
                            <a:srgbClr val="172B3A"/>
                          </a:solidFill>
                          <a:latin typeface="Arial"/>
                          <a:ea typeface="Arial"/>
                          <a:cs typeface="Arial"/>
                        </a:rPr>
                        <a:t>401 / 403</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Login needed / action forbidden</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Missing token / member deletes project</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r h="304800">
                <a:tc>
                  <a:txBody>
                    <a:bodyPr lIns="95250" tIns="38100" rIns="76200" bIns="38100">
                      <a:normAutofit/>
                    </a:bodyPr>
                    <a:lstStyle/>
                    <a:p>
                      <a:pPr algn="l"/>
                      <a:r>
                        <a:rPr sz="1275" b="0">
                          <a:solidFill>
                            <a:srgbClr val="172B3A"/>
                          </a:solidFill>
                          <a:latin typeface="Arial"/>
                          <a:ea typeface="Arial"/>
                          <a:cs typeface="Arial"/>
                        </a:rPr>
                        <a:t>404 / 409</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275" b="0">
                          <a:solidFill>
                            <a:srgbClr val="172B3A"/>
                          </a:solidFill>
                          <a:latin typeface="Arial"/>
                          <a:ea typeface="Arial"/>
                          <a:cs typeface="Arial"/>
                        </a:rPr>
                        <a:t>Not found / record conflict</a:t>
                      </a:r>
                    </a:p>
                  </a:txBody>
                  <a:tcPr marL="91440" marR="91440" marT="45720" marB="45720" anchor="ctr">
                    <a:lnR w="9525">
                      <a:solidFill>
                        <a:srgbClr val="D3DEE3"/>
                      </a:solidFill>
                      <a:prstDash val="solid"/>
                    </a:lnR>
                    <a:lnB w="9525">
                      <a:solidFill>
                        <a:srgbClr val="D3DEE3"/>
                      </a:solidFill>
                      <a:prstDash val="solid"/>
                    </a:lnB>
                    <a:solidFill>
                      <a:srgbClr val="FFFFFF"/>
                    </a:solidFill>
                  </a:tcPr>
                </a:tc>
                <a:tc>
                  <a:txBody>
                    <a:bodyPr lIns="95250" tIns="38100" rIns="76200" bIns="38100">
                      <a:normAutofit/>
                    </a:bodyPr>
                    <a:lstStyle/>
                    <a:p>
                      <a:pPr algn="l"/>
                      <a:r>
                        <a:rPr sz="1275" b="0">
                          <a:solidFill>
                            <a:srgbClr val="172B3A"/>
                          </a:solidFill>
                          <a:latin typeface="Arial"/>
                          <a:ea typeface="Arial"/>
                          <a:cs typeface="Arial"/>
                        </a:rPr>
                        <a:t>Unknown task / duplicate email</a:t>
                      </a:r>
                    </a:p>
                  </a:txBody>
                  <a:tcPr marL="91440" marR="91440" marT="45720" marB="45720" anchor="ctr">
                    <a:lnR w="9525">
                      <a:solidFill>
                        <a:srgbClr val="D3DEE3"/>
                      </a:solidFill>
                      <a:prstDash val="solid"/>
                    </a:lnR>
                    <a:lnB w="9525">
                      <a:solidFill>
                        <a:srgbClr val="D3DEE3"/>
                      </a:solidFill>
                      <a:prstDash val="solid"/>
                    </a:lnB>
                    <a:solidFill>
                      <a:srgbClr val="FFFFFF"/>
                    </a:solidFill>
                  </a:tcPr>
                </a:tc>
              </a:tr>
              <a:tr h="304800">
                <a:tc>
                  <a:txBody>
                    <a:bodyPr lIns="95250" tIns="38100" rIns="76200" bIns="38100">
                      <a:normAutofit/>
                    </a:bodyPr>
                    <a:lstStyle/>
                    <a:p>
                      <a:pPr algn="l"/>
                      <a:r>
                        <a:rPr sz="1275" b="0">
                          <a:solidFill>
                            <a:srgbClr val="172B3A"/>
                          </a:solidFill>
                          <a:latin typeface="Arial"/>
                          <a:ea typeface="Arial"/>
                          <a:cs typeface="Arial"/>
                        </a:rPr>
                        <a:t>422 / 429</a:t>
                      </a:r>
                    </a:p>
                  </a:txBody>
                  <a:tcPr marL="91440" marR="91440" marT="45720" marB="45720" anchor="ctr">
                    <a:lnL w="9525">
                      <a:solidFill>
                        <a:srgbClr val="D3DEE3"/>
                      </a:solidFill>
                      <a:prstDash val="solid"/>
                    </a:lnL>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Invalid input / too many requests</a:t>
                      </a:r>
                    </a:p>
                  </a:txBody>
                  <a:tcPr marL="91440" marR="91440" marT="45720" marB="45720" anchor="ctr">
                    <a:lnR w="9525">
                      <a:solidFill>
                        <a:srgbClr val="D3DEE3"/>
                      </a:solidFill>
                      <a:prstDash val="solid"/>
                    </a:lnR>
                    <a:lnB w="9525">
                      <a:solidFill>
                        <a:srgbClr val="D3DEE3"/>
                      </a:solidFill>
                      <a:prstDash val="solid"/>
                    </a:lnB>
                    <a:solidFill>
                      <a:srgbClr val="F4F7F8"/>
                    </a:solidFill>
                  </a:tcPr>
                </a:tc>
                <a:tc>
                  <a:txBody>
                    <a:bodyPr lIns="95250" tIns="38100" rIns="76200" bIns="38100">
                      <a:normAutofit/>
                    </a:bodyPr>
                    <a:lstStyle/>
                    <a:p>
                      <a:pPr algn="l"/>
                      <a:r>
                        <a:rPr sz="1275" b="0">
                          <a:solidFill>
                            <a:srgbClr val="172B3A"/>
                          </a:solidFill>
                          <a:latin typeface="Arial"/>
                          <a:ea typeface="Arial"/>
                          <a:cs typeface="Arial"/>
                        </a:rPr>
                        <a:t>Bad email / rate limit</a:t>
                      </a:r>
                    </a:p>
                  </a:txBody>
                  <a:tcPr marL="91440" marR="91440" marT="45720" marB="45720" anchor="ctr">
                    <a:lnR w="9525">
                      <a:solidFill>
                        <a:srgbClr val="D3DEE3"/>
                      </a:solidFill>
                      <a:prstDash val="solid"/>
                    </a:lnR>
                    <a:lnB w="9525">
                      <a:solidFill>
                        <a:srgbClr val="D3DEE3"/>
                      </a:solidFill>
                      <a:prstDash val="solid"/>
                    </a:lnB>
                    <a:solidFill>
                      <a:srgbClr val="F4F7F8"/>
                    </a:solidFill>
                  </a:tcPr>
                </a:tc>
              </a:tr>
            </a:tbl>
          </a:graphicData>
        </a:graphic>
      </p:graphicFrame>
    </p:spTree>
    <p:extLst>
      <p:ext uri="{BB962C8B-B14F-4D97-AF65-F5344CB8AC3E}">
        <p14:creationId xmlns:p14="http://schemas.microsoft.com/office/powerpoint/2010/main" val="9956961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7A811BCD-AED8-497B-ABB7-703C96AEFB3C}"/>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A43"/>
                </a:solidFill>
                <a:latin typeface="Arial"/>
                <a:ea typeface="Arial"/>
                <a:cs typeface="Arial"/>
              </a:defRPr>
            </a:defPPr>
            <a:lvl1pPr algn="l">
              <a:defRPr sz="3300" b="1">
                <a:solidFill>
                  <a:srgbClr val="102A43"/>
                </a:solidFill>
                <a:latin typeface="Arial"/>
                <a:ea typeface="Arial"/>
                <a:cs typeface="Arial"/>
              </a:defRPr>
            </a:lvl1pPr>
            <a:lvl2pPr algn="l">
              <a:defRPr sz="3300" b="1">
                <a:solidFill>
                  <a:srgbClr val="102A43"/>
                </a:solidFill>
                <a:latin typeface="Arial"/>
                <a:ea typeface="Arial"/>
                <a:cs typeface="Arial"/>
              </a:defRPr>
            </a:lvl2pPr>
            <a:lvl3pPr algn="l">
              <a:defRPr sz="3300" b="1">
                <a:solidFill>
                  <a:srgbClr val="102A43"/>
                </a:solidFill>
                <a:latin typeface="Arial"/>
                <a:ea typeface="Arial"/>
                <a:cs typeface="Arial"/>
              </a:defRPr>
            </a:lvl3pPr>
            <a:lvl4pPr algn="l">
              <a:defRPr sz="3300" b="1">
                <a:solidFill>
                  <a:srgbClr val="102A43"/>
                </a:solidFill>
                <a:latin typeface="Arial"/>
                <a:ea typeface="Arial"/>
                <a:cs typeface="Arial"/>
              </a:defRPr>
            </a:lvl4pPr>
            <a:lvl5pPr algn="l">
              <a:defRPr sz="3300" b="1">
                <a:solidFill>
                  <a:srgbClr val="102A43"/>
                </a:solidFill>
                <a:latin typeface="Arial"/>
                <a:ea typeface="Arial"/>
                <a:cs typeface="Arial"/>
              </a:defRPr>
            </a:lvl5pPr>
            <a:lvl6pPr algn="l">
              <a:defRPr sz="3300" b="1">
                <a:solidFill>
                  <a:srgbClr val="102A43"/>
                </a:solidFill>
                <a:latin typeface="Arial"/>
                <a:ea typeface="Arial"/>
                <a:cs typeface="Arial"/>
              </a:defRPr>
            </a:lvl6pPr>
            <a:lvl7pPr algn="l">
              <a:defRPr sz="3300" b="1">
                <a:solidFill>
                  <a:srgbClr val="102A43"/>
                </a:solidFill>
                <a:latin typeface="Arial"/>
                <a:ea typeface="Arial"/>
                <a:cs typeface="Arial"/>
              </a:defRPr>
            </a:lvl7pPr>
            <a:lvl8pPr algn="l">
              <a:defRPr sz="3300" b="1">
                <a:solidFill>
                  <a:srgbClr val="102A43"/>
                </a:solidFill>
                <a:latin typeface="Arial"/>
                <a:ea typeface="Arial"/>
                <a:cs typeface="Arial"/>
              </a:defRPr>
            </a:lvl8pPr>
            <a:lvl9pPr algn="l">
              <a:defRPr sz="3300" b="1">
                <a:solidFill>
                  <a:srgbClr val="102A43"/>
                </a:solidFill>
                <a:latin typeface="Arial"/>
                <a:ea typeface="Arial"/>
                <a:cs typeface="Arial"/>
              </a:defRPr>
            </a:lvl9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Local run, tests, and deployment status</a:t>
            </a:r>
          </a:p>
        </p:txBody>
      </p:sp>
      <p:sp>
        <p:nvSpPr>
          <p:cNvPr id="2" name="subtitle">
            <a:extLst xmlns:a="http://schemas.openxmlformats.org/drawingml/2006/main">
              <a:ext uri="{FF2B5EF4-FFF2-40B4-BE49-F238E27FC236}">
                <a16:creationId xmlns:a16="http://schemas.microsoft.com/office/drawing/2014/main" id="{C23C7242-8FFD-4466-A318-8BF9BA0CAF96}"/>
              </a:ext>
            </a:extLst>
          </p:cNvPr>
          <p:cNvSpPr>
            <a:spLocks xmlns:a="http://schemas.openxmlformats.org/drawingml/2006/main" noGrp="1"/>
          </p:cNvSpPr>
          <p:nvPr/>
        </p:nvSpPr>
        <p:spPr>
          <a:xfrm xmlns:a="http://schemas.openxmlformats.org/drawingml/2006/main">
            <a:off x="704850" y="9620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26777"/>
                </a:solidFill>
                <a:latin typeface="Arial"/>
                <a:ea typeface="Arial"/>
                <a:cs typeface="Arial"/>
              </a:defRPr>
            </a:defPPr>
            <a:lvl1pPr algn="l">
              <a:defRPr sz="1650" b="0">
                <a:solidFill>
                  <a:srgbClr val="526777"/>
                </a:solidFill>
                <a:latin typeface="Arial"/>
                <a:ea typeface="Arial"/>
                <a:cs typeface="Arial"/>
              </a:defRPr>
            </a:lvl1pPr>
            <a:lvl2pPr algn="l">
              <a:defRPr sz="1650" b="0">
                <a:solidFill>
                  <a:srgbClr val="526777"/>
                </a:solidFill>
                <a:latin typeface="Arial"/>
                <a:ea typeface="Arial"/>
                <a:cs typeface="Arial"/>
              </a:defRPr>
            </a:lvl2pPr>
            <a:lvl3pPr algn="l">
              <a:defRPr sz="1650" b="0">
                <a:solidFill>
                  <a:srgbClr val="526777"/>
                </a:solidFill>
                <a:latin typeface="Arial"/>
                <a:ea typeface="Arial"/>
                <a:cs typeface="Arial"/>
              </a:defRPr>
            </a:lvl3pPr>
            <a:lvl4pPr algn="l">
              <a:defRPr sz="1650" b="0">
                <a:solidFill>
                  <a:srgbClr val="526777"/>
                </a:solidFill>
                <a:latin typeface="Arial"/>
                <a:ea typeface="Arial"/>
                <a:cs typeface="Arial"/>
              </a:defRPr>
            </a:lvl4pPr>
            <a:lvl5pPr algn="l">
              <a:defRPr sz="1650" b="0">
                <a:solidFill>
                  <a:srgbClr val="526777"/>
                </a:solidFill>
                <a:latin typeface="Arial"/>
                <a:ea typeface="Arial"/>
                <a:cs typeface="Arial"/>
              </a:defRPr>
            </a:lvl5pPr>
            <a:lvl6pPr algn="l">
              <a:defRPr sz="1650" b="0">
                <a:solidFill>
                  <a:srgbClr val="526777"/>
                </a:solidFill>
                <a:latin typeface="Arial"/>
                <a:ea typeface="Arial"/>
                <a:cs typeface="Arial"/>
              </a:defRPr>
            </a:lvl6pPr>
            <a:lvl7pPr algn="l">
              <a:defRPr sz="1650" b="0">
                <a:solidFill>
                  <a:srgbClr val="526777"/>
                </a:solidFill>
                <a:latin typeface="Arial"/>
                <a:ea typeface="Arial"/>
                <a:cs typeface="Arial"/>
              </a:defRPr>
            </a:lvl7pPr>
            <a:lvl8pPr algn="l">
              <a:defRPr sz="1650" b="0">
                <a:solidFill>
                  <a:srgbClr val="526777"/>
                </a:solidFill>
                <a:latin typeface="Arial"/>
                <a:ea typeface="Arial"/>
                <a:cs typeface="Arial"/>
              </a:defRPr>
            </a:lvl8pPr>
            <a:lvl9pPr algn="l">
              <a:defRPr sz="1650" b="0">
                <a:solidFill>
                  <a:srgbClr val="526777"/>
                </a:solidFill>
                <a:latin typeface="Arial"/>
                <a:ea typeface="Arial"/>
                <a:cs typeface="Arial"/>
              </a:defRPr>
            </a:lvl9pPr>
          </a:lstStyle>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Docker Compose runs the API and MySQL on the developer’s computer.</a:t>
            </a:r>
          </a:p>
        </p:txBody>
      </p:sp>
      <p:sp>
        <p:nvSpPr>
          <p:cNvPr id="3" name="footer-line">
            <a:extLst xmlns:a="http://schemas.openxmlformats.org/drawingml/2006/main">
              <a:ext uri="{FF2B5EF4-FFF2-40B4-BE49-F238E27FC236}">
                <a16:creationId xmlns:a16="http://schemas.microsoft.com/office/drawing/2014/main" id="{2415E72D-D968-4DAB-8709-16F38FED861E}"/>
              </a:ext>
            </a:extLst>
          </p:cNvPr>
          <p:cNvSpPr>
            <a:spLocks xmlns:a="http://schemas.openxmlformats.org/drawingml/2006/main" noGrp="1"/>
          </p:cNvSpPr>
          <p:nvPr/>
        </p:nvSpPr>
        <p:spPr>
          <a:xfrm xmlns:a="http://schemas.openxmlformats.org/drawingml/2006/main">
            <a:off x="685800" y="6391275"/>
            <a:ext cx="108204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5D7953DC-8C99-4099-B250-7DFD71C56F06}"/>
              </a:ext>
            </a:extLst>
          </p:cNvPr>
          <p:cNvSpPr>
            <a:spLocks xmlns:a="http://schemas.openxmlformats.org/drawingml/2006/main" noGrp="1"/>
          </p:cNvSpPr>
          <p:nvPr/>
        </p:nvSpPr>
        <p:spPr>
          <a:xfrm xmlns:a="http://schemas.openxmlformats.org/drawingml/2006/main">
            <a:off x="685800" y="64770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777"/>
                </a:solidFill>
                <a:latin typeface="Arial"/>
                <a:ea typeface="Arial"/>
                <a:cs typeface="Arial"/>
              </a:defRPr>
            </a:defPPr>
            <a:lvl1pPr algn="l">
              <a:defRPr sz="1125" b="0">
                <a:solidFill>
                  <a:srgbClr val="526777"/>
                </a:solidFill>
                <a:latin typeface="Arial"/>
                <a:ea typeface="Arial"/>
                <a:cs typeface="Arial"/>
              </a:defRPr>
            </a:lvl1pPr>
            <a:lvl2pPr algn="l">
              <a:defRPr sz="1125" b="0">
                <a:solidFill>
                  <a:srgbClr val="526777"/>
                </a:solidFill>
                <a:latin typeface="Arial"/>
                <a:ea typeface="Arial"/>
                <a:cs typeface="Arial"/>
              </a:defRPr>
            </a:lvl2pPr>
            <a:lvl3pPr algn="l">
              <a:defRPr sz="1125" b="0">
                <a:solidFill>
                  <a:srgbClr val="526777"/>
                </a:solidFill>
                <a:latin typeface="Arial"/>
                <a:ea typeface="Arial"/>
                <a:cs typeface="Arial"/>
              </a:defRPr>
            </a:lvl3pPr>
            <a:lvl4pPr algn="l">
              <a:defRPr sz="1125" b="0">
                <a:solidFill>
                  <a:srgbClr val="526777"/>
                </a:solidFill>
                <a:latin typeface="Arial"/>
                <a:ea typeface="Arial"/>
                <a:cs typeface="Arial"/>
              </a:defRPr>
            </a:lvl4pPr>
            <a:lvl5pPr algn="l">
              <a:defRPr sz="1125" b="0">
                <a:solidFill>
                  <a:srgbClr val="526777"/>
                </a:solidFill>
                <a:latin typeface="Arial"/>
                <a:ea typeface="Arial"/>
                <a:cs typeface="Arial"/>
              </a:defRPr>
            </a:lvl5pPr>
            <a:lvl6pPr algn="l">
              <a:defRPr sz="1125" b="0">
                <a:solidFill>
                  <a:srgbClr val="526777"/>
                </a:solidFill>
                <a:latin typeface="Arial"/>
                <a:ea typeface="Arial"/>
                <a:cs typeface="Arial"/>
              </a:defRPr>
            </a:lvl6pPr>
            <a:lvl7pPr algn="l">
              <a:defRPr sz="1125" b="0">
                <a:solidFill>
                  <a:srgbClr val="526777"/>
                </a:solidFill>
                <a:latin typeface="Arial"/>
                <a:ea typeface="Arial"/>
                <a:cs typeface="Arial"/>
              </a:defRPr>
            </a:lvl7pPr>
            <a:lvl8pPr algn="l">
              <a:defRPr sz="1125" b="0">
                <a:solidFill>
                  <a:srgbClr val="526777"/>
                </a:solidFill>
                <a:latin typeface="Arial"/>
                <a:ea typeface="Arial"/>
                <a:cs typeface="Arial"/>
              </a:defRPr>
            </a:lvl8pPr>
            <a:lvl9pPr algn="l">
              <a:defRPr sz="1125" b="0">
                <a:solidFill>
                  <a:srgbClr val="526777"/>
                </a:solidFill>
                <a:latin typeface="Arial"/>
                <a:ea typeface="Arial"/>
                <a:cs typeface="Arial"/>
              </a:defRPr>
            </a:lvl9pPr>
          </a:lstStyle>
          <a:p xmlns:a="http://schemas.openxmlformats.org/drawingml/2006/main">
            <a:pPr algn="l">
              <a:defRPr sz="1125" b="0">
                <a:solidFill>
                  <a:srgbClr val="526777"/>
                </a:solidFill>
                <a:latin typeface="Arial"/>
                <a:ea typeface="Arial"/>
                <a:cs typeface="Arial"/>
              </a:defRPr>
            </a:pPr>
            <a:r>
              <a:rPr sz="1125" b="0">
                <a:solidFill>
                  <a:srgbClr val="526777"/>
                </a:solidFill>
                <a:latin typeface="Arial"/>
                <a:ea typeface="Arial"/>
                <a:cs typeface="Arial"/>
              </a:rPr>
              <a:t>Task Management System | CTO review</a:t>
            </a:r>
          </a:p>
        </p:txBody>
      </p:sp>
      <p:sp>
        <p:nvSpPr>
          <p:cNvPr id="5" name="page">
            <a:extLst xmlns:a="http://schemas.openxmlformats.org/drawingml/2006/main">
              <a:ext uri="{FF2B5EF4-FFF2-40B4-BE49-F238E27FC236}">
                <a16:creationId xmlns:a16="http://schemas.microsoft.com/office/drawing/2014/main" id="{E44407D7-47FE-4FCD-8447-D051B0ED5057}"/>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777"/>
                </a:solidFill>
                <a:latin typeface="Arial"/>
                <a:ea typeface="Arial"/>
                <a:cs typeface="Arial"/>
              </a:defRPr>
            </a:defPPr>
            <a:lvl1pPr algn="r">
              <a:defRPr sz="1125" b="1">
                <a:solidFill>
                  <a:srgbClr val="526777"/>
                </a:solidFill>
                <a:latin typeface="Arial"/>
                <a:ea typeface="Arial"/>
                <a:cs typeface="Arial"/>
              </a:defRPr>
            </a:lvl1pPr>
            <a:lvl2pPr algn="r">
              <a:defRPr sz="1125" b="1">
                <a:solidFill>
                  <a:srgbClr val="526777"/>
                </a:solidFill>
                <a:latin typeface="Arial"/>
                <a:ea typeface="Arial"/>
                <a:cs typeface="Arial"/>
              </a:defRPr>
            </a:lvl2pPr>
            <a:lvl3pPr algn="r">
              <a:defRPr sz="1125" b="1">
                <a:solidFill>
                  <a:srgbClr val="526777"/>
                </a:solidFill>
                <a:latin typeface="Arial"/>
                <a:ea typeface="Arial"/>
                <a:cs typeface="Arial"/>
              </a:defRPr>
            </a:lvl3pPr>
            <a:lvl4pPr algn="r">
              <a:defRPr sz="1125" b="1">
                <a:solidFill>
                  <a:srgbClr val="526777"/>
                </a:solidFill>
                <a:latin typeface="Arial"/>
                <a:ea typeface="Arial"/>
                <a:cs typeface="Arial"/>
              </a:defRPr>
            </a:lvl4pPr>
            <a:lvl5pPr algn="r">
              <a:defRPr sz="1125" b="1">
                <a:solidFill>
                  <a:srgbClr val="526777"/>
                </a:solidFill>
                <a:latin typeface="Arial"/>
                <a:ea typeface="Arial"/>
                <a:cs typeface="Arial"/>
              </a:defRPr>
            </a:lvl5pPr>
            <a:lvl6pPr algn="r">
              <a:defRPr sz="1125" b="1">
                <a:solidFill>
                  <a:srgbClr val="526777"/>
                </a:solidFill>
                <a:latin typeface="Arial"/>
                <a:ea typeface="Arial"/>
                <a:cs typeface="Arial"/>
              </a:defRPr>
            </a:lvl6pPr>
            <a:lvl7pPr algn="r">
              <a:defRPr sz="1125" b="1">
                <a:solidFill>
                  <a:srgbClr val="526777"/>
                </a:solidFill>
                <a:latin typeface="Arial"/>
                <a:ea typeface="Arial"/>
                <a:cs typeface="Arial"/>
              </a:defRPr>
            </a:lvl7pPr>
            <a:lvl8pPr algn="r">
              <a:defRPr sz="1125" b="1">
                <a:solidFill>
                  <a:srgbClr val="526777"/>
                </a:solidFill>
                <a:latin typeface="Arial"/>
                <a:ea typeface="Arial"/>
                <a:cs typeface="Arial"/>
              </a:defRPr>
            </a:lvl8pPr>
            <a:lvl9pPr algn="r">
              <a:defRPr sz="1125" b="1">
                <a:solidFill>
                  <a:srgbClr val="526777"/>
                </a:solidFill>
                <a:latin typeface="Arial"/>
                <a:ea typeface="Arial"/>
                <a:cs typeface="Arial"/>
              </a:defRPr>
            </a:lvl9pPr>
          </a:lstStyle>
          <a:p xmlns:a="http://schemas.openxmlformats.org/drawingml/2006/main">
            <a:pPr algn="r">
              <a:defRPr sz="1125" b="1">
                <a:solidFill>
                  <a:srgbClr val="526777"/>
                </a:solidFill>
                <a:latin typeface="Arial"/>
                <a:ea typeface="Arial"/>
                <a:cs typeface="Arial"/>
              </a:defRPr>
            </a:pPr>
            <a:r>
              <a:rPr sz="1125" b="1">
                <a:solidFill>
                  <a:srgbClr val="526777"/>
                </a:solidFill>
                <a:latin typeface="Arial"/>
                <a:ea typeface="Arial"/>
                <a:cs typeface="Arial"/>
              </a:rPr>
              <a:t>08</a:t>
            </a:r>
          </a:p>
        </p:txBody>
      </p:sp>
      <p:sp>
        <p:nvSpPr>
          <p:cNvPr id="6" name="cmd-bg">
            <a:extLst xmlns:a="http://schemas.openxmlformats.org/drawingml/2006/main">
              <a:ext uri="{FF2B5EF4-FFF2-40B4-BE49-F238E27FC236}">
                <a16:creationId xmlns:a16="http://schemas.microsoft.com/office/drawing/2014/main" id="{8B7D8B60-09F8-4C8B-B49C-5272A5CEA911}"/>
              </a:ext>
            </a:extLst>
          </p:cNvPr>
          <p:cNvSpPr>
            <a:spLocks xmlns:a="http://schemas.openxmlformats.org/drawingml/2006/main" noGrp="1"/>
          </p:cNvSpPr>
          <p:nvPr/>
        </p:nvSpPr>
        <p:spPr>
          <a:xfrm xmlns:a="http://schemas.openxmlformats.org/drawingml/2006/main">
            <a:off x="781050" y="1790700"/>
            <a:ext cx="4953000" cy="933450"/>
          </a:xfrm>
          <a:prstGeom xmlns:a="http://schemas.openxmlformats.org/drawingml/2006/main" prst="roundRect">
            <a:avLst>
              <a:gd name="adj" fmla="val 8163"/>
            </a:avLst>
          </a:prstGeom>
          <a:solidFill xmlns:a="http://schemas.openxmlformats.org/drawingml/2006/main">
            <a:srgbClr val="102A43"/>
          </a:solidFill>
          <a:ln xmlns:a="http://schemas.openxmlformats.org/drawingml/2006/main" w="0">
            <a:noFill/>
            <a:prstDash val="solid"/>
          </a:ln>
        </p:spPr>
      </p:sp>
      <p:sp>
        <p:nvSpPr>
          <p:cNvPr id="7" name="cmd-1">
            <a:extLst xmlns:a="http://schemas.openxmlformats.org/drawingml/2006/main">
              <a:ext uri="{FF2B5EF4-FFF2-40B4-BE49-F238E27FC236}">
                <a16:creationId xmlns:a16="http://schemas.microsoft.com/office/drawing/2014/main" id="{BA4C746C-D13F-4A6F-AA86-F6C1931C50F2}"/>
              </a:ext>
            </a:extLst>
          </p:cNvPr>
          <p:cNvSpPr>
            <a:spLocks xmlns:a="http://schemas.openxmlformats.org/drawingml/2006/main" noGrp="1"/>
          </p:cNvSpPr>
          <p:nvPr/>
        </p:nvSpPr>
        <p:spPr>
          <a:xfrm xmlns:a="http://schemas.openxmlformats.org/drawingml/2006/main">
            <a:off x="990600" y="198120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docker compose up -d --build</a:t>
            </a:r>
          </a:p>
        </p:txBody>
      </p:sp>
      <p:sp>
        <p:nvSpPr>
          <p:cNvPr id="8" name="cmd-2">
            <a:extLst xmlns:a="http://schemas.openxmlformats.org/drawingml/2006/main">
              <a:ext uri="{FF2B5EF4-FFF2-40B4-BE49-F238E27FC236}">
                <a16:creationId xmlns:a16="http://schemas.microsoft.com/office/drawing/2014/main" id="{61B37D1F-4BD5-4CAD-B6B4-B8A8D4CF739B}"/>
              </a:ext>
            </a:extLst>
          </p:cNvPr>
          <p:cNvSpPr>
            <a:spLocks xmlns:a="http://schemas.openxmlformats.org/drawingml/2006/main" noGrp="1"/>
          </p:cNvSpPr>
          <p:nvPr/>
        </p:nvSpPr>
        <p:spPr>
          <a:xfrm xmlns:a="http://schemas.openxmlformats.org/drawingml/2006/main">
            <a:off x="990600" y="2343150"/>
            <a:ext cx="453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D8E7EE"/>
                </a:solidFill>
                <a:latin typeface="Arial"/>
                <a:ea typeface="Arial"/>
                <a:cs typeface="Arial"/>
              </a:defRPr>
            </a:defPPr>
            <a:lvl1pPr algn="l">
              <a:defRPr sz="1425" b="0">
                <a:solidFill>
                  <a:srgbClr val="D8E7EE"/>
                </a:solidFill>
                <a:latin typeface="Arial"/>
                <a:ea typeface="Arial"/>
                <a:cs typeface="Arial"/>
              </a:defRPr>
            </a:lvl1pPr>
            <a:lvl2pPr algn="l">
              <a:defRPr sz="1425" b="0">
                <a:solidFill>
                  <a:srgbClr val="D8E7EE"/>
                </a:solidFill>
                <a:latin typeface="Arial"/>
                <a:ea typeface="Arial"/>
                <a:cs typeface="Arial"/>
              </a:defRPr>
            </a:lvl2pPr>
            <a:lvl3pPr algn="l">
              <a:defRPr sz="1425" b="0">
                <a:solidFill>
                  <a:srgbClr val="D8E7EE"/>
                </a:solidFill>
                <a:latin typeface="Arial"/>
                <a:ea typeface="Arial"/>
                <a:cs typeface="Arial"/>
              </a:defRPr>
            </a:lvl3pPr>
            <a:lvl4pPr algn="l">
              <a:defRPr sz="1425" b="0">
                <a:solidFill>
                  <a:srgbClr val="D8E7EE"/>
                </a:solidFill>
                <a:latin typeface="Arial"/>
                <a:ea typeface="Arial"/>
                <a:cs typeface="Arial"/>
              </a:defRPr>
            </a:lvl4pPr>
            <a:lvl5pPr algn="l">
              <a:defRPr sz="1425" b="0">
                <a:solidFill>
                  <a:srgbClr val="D8E7EE"/>
                </a:solidFill>
                <a:latin typeface="Arial"/>
                <a:ea typeface="Arial"/>
                <a:cs typeface="Arial"/>
              </a:defRPr>
            </a:lvl5pPr>
            <a:lvl6pPr algn="l">
              <a:defRPr sz="1425" b="0">
                <a:solidFill>
                  <a:srgbClr val="D8E7EE"/>
                </a:solidFill>
                <a:latin typeface="Arial"/>
                <a:ea typeface="Arial"/>
                <a:cs typeface="Arial"/>
              </a:defRPr>
            </a:lvl6pPr>
            <a:lvl7pPr algn="l">
              <a:defRPr sz="1425" b="0">
                <a:solidFill>
                  <a:srgbClr val="D8E7EE"/>
                </a:solidFill>
                <a:latin typeface="Arial"/>
                <a:ea typeface="Arial"/>
                <a:cs typeface="Arial"/>
              </a:defRPr>
            </a:lvl7pPr>
            <a:lvl8pPr algn="l">
              <a:defRPr sz="1425" b="0">
                <a:solidFill>
                  <a:srgbClr val="D8E7EE"/>
                </a:solidFill>
                <a:latin typeface="Arial"/>
                <a:ea typeface="Arial"/>
                <a:cs typeface="Arial"/>
              </a:defRPr>
            </a:lvl8pPr>
            <a:lvl9pPr algn="l">
              <a:defRPr sz="1425" b="0">
                <a:solidFill>
                  <a:srgbClr val="D8E7EE"/>
                </a:solidFill>
                <a:latin typeface="Arial"/>
                <a:ea typeface="Arial"/>
                <a:cs typeface="Arial"/>
              </a:defRPr>
            </a:lvl9pPr>
          </a:lstStyle>
          <a:p xmlns:a="http://schemas.openxmlformats.org/drawingml/2006/main">
            <a:pPr algn="l">
              <a:defRPr sz="1425" b="0">
                <a:solidFill>
                  <a:srgbClr val="D8E7EE"/>
                </a:solidFill>
                <a:latin typeface="Arial"/>
                <a:ea typeface="Arial"/>
                <a:cs typeface="Arial"/>
              </a:defRPr>
            </a:pPr>
            <a:r>
              <a:rPr sz="1425" b="0">
                <a:solidFill>
                  <a:srgbClr val="D8E7EE"/>
                </a:solidFill>
                <a:latin typeface="Arial"/>
                <a:ea typeface="Arial"/>
                <a:cs typeface="Arial"/>
              </a:rPr>
              <a:t>docker compose ps</a:t>
            </a:r>
          </a:p>
        </p:txBody>
      </p:sp>
      <p:sp>
        <p:nvSpPr>
          <p:cNvPr id="9" name="swagger">
            <a:extLst xmlns:a="http://schemas.openxmlformats.org/drawingml/2006/main">
              <a:ext uri="{FF2B5EF4-FFF2-40B4-BE49-F238E27FC236}">
                <a16:creationId xmlns:a16="http://schemas.microsoft.com/office/drawing/2014/main" id="{5004D4DD-E7F0-4B65-994F-F10F70B36A39}"/>
              </a:ext>
            </a:extLst>
          </p:cNvPr>
          <p:cNvSpPr>
            <a:spLocks xmlns:a="http://schemas.openxmlformats.org/drawingml/2006/main" noGrp="1"/>
          </p:cNvSpPr>
          <p:nvPr/>
        </p:nvSpPr>
        <p:spPr>
          <a:xfrm xmlns:a="http://schemas.openxmlformats.org/drawingml/2006/main">
            <a:off x="781050" y="30003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47D79"/>
                </a:solidFill>
                <a:latin typeface="Arial"/>
                <a:ea typeface="Arial"/>
                <a:cs typeface="Arial"/>
              </a:defRPr>
            </a:defPPr>
            <a:lvl1pPr algn="l">
              <a:defRPr sz="1575" b="1">
                <a:solidFill>
                  <a:srgbClr val="147D79"/>
                </a:solidFill>
                <a:latin typeface="Arial"/>
                <a:ea typeface="Arial"/>
                <a:cs typeface="Arial"/>
              </a:defRPr>
            </a:lvl1pPr>
            <a:lvl2pPr algn="l">
              <a:defRPr sz="1575" b="1">
                <a:solidFill>
                  <a:srgbClr val="147D79"/>
                </a:solidFill>
                <a:latin typeface="Arial"/>
                <a:ea typeface="Arial"/>
                <a:cs typeface="Arial"/>
              </a:defRPr>
            </a:lvl2pPr>
            <a:lvl3pPr algn="l">
              <a:defRPr sz="1575" b="1">
                <a:solidFill>
                  <a:srgbClr val="147D79"/>
                </a:solidFill>
                <a:latin typeface="Arial"/>
                <a:ea typeface="Arial"/>
                <a:cs typeface="Arial"/>
              </a:defRPr>
            </a:lvl3pPr>
            <a:lvl4pPr algn="l">
              <a:defRPr sz="1575" b="1">
                <a:solidFill>
                  <a:srgbClr val="147D79"/>
                </a:solidFill>
                <a:latin typeface="Arial"/>
                <a:ea typeface="Arial"/>
                <a:cs typeface="Arial"/>
              </a:defRPr>
            </a:lvl4pPr>
            <a:lvl5pPr algn="l">
              <a:defRPr sz="1575" b="1">
                <a:solidFill>
                  <a:srgbClr val="147D79"/>
                </a:solidFill>
                <a:latin typeface="Arial"/>
                <a:ea typeface="Arial"/>
                <a:cs typeface="Arial"/>
              </a:defRPr>
            </a:lvl5pPr>
            <a:lvl6pPr algn="l">
              <a:defRPr sz="1575" b="1">
                <a:solidFill>
                  <a:srgbClr val="147D79"/>
                </a:solidFill>
                <a:latin typeface="Arial"/>
                <a:ea typeface="Arial"/>
                <a:cs typeface="Arial"/>
              </a:defRPr>
            </a:lvl6pPr>
            <a:lvl7pPr algn="l">
              <a:defRPr sz="1575" b="1">
                <a:solidFill>
                  <a:srgbClr val="147D79"/>
                </a:solidFill>
                <a:latin typeface="Arial"/>
                <a:ea typeface="Arial"/>
                <a:cs typeface="Arial"/>
              </a:defRPr>
            </a:lvl7pPr>
            <a:lvl8pPr algn="l">
              <a:defRPr sz="1575" b="1">
                <a:solidFill>
                  <a:srgbClr val="147D79"/>
                </a:solidFill>
                <a:latin typeface="Arial"/>
                <a:ea typeface="Arial"/>
                <a:cs typeface="Arial"/>
              </a:defRPr>
            </a:lvl8pPr>
            <a:lvl9pPr algn="l">
              <a:defRPr sz="1575" b="1">
                <a:solidFill>
                  <a:srgbClr val="147D79"/>
                </a:solidFill>
                <a:latin typeface="Arial"/>
                <a:ea typeface="Arial"/>
                <a:cs typeface="Arial"/>
              </a:defRPr>
            </a:lvl9pPr>
          </a:lstStyle>
          <a:p xmlns:a="http://schemas.openxmlformats.org/drawingml/2006/main">
            <a:pPr algn="l">
              <a:defRPr sz="1575" b="1">
                <a:solidFill>
                  <a:srgbClr val="147D79"/>
                </a:solidFill>
                <a:latin typeface="Arial"/>
                <a:ea typeface="Arial"/>
                <a:cs typeface="Arial"/>
              </a:defRPr>
            </a:pPr>
            <a:r>
              <a:rPr sz="1575" b="1">
                <a:solidFill>
                  <a:srgbClr val="147D79"/>
                </a:solidFill>
                <a:latin typeface="Arial"/>
                <a:ea typeface="Arial"/>
                <a:cs typeface="Arial"/>
              </a:rPr>
              <a:t>Swagger: http://localhost:8000/docs</a:t>
            </a:r>
          </a:p>
        </p:txBody>
      </p:sp>
      <p:sp>
        <p:nvSpPr>
          <p:cNvPr id="10" name="env-title">
            <a:extLst xmlns:a="http://schemas.openxmlformats.org/drawingml/2006/main">
              <a:ext uri="{FF2B5EF4-FFF2-40B4-BE49-F238E27FC236}">
                <a16:creationId xmlns:a16="http://schemas.microsoft.com/office/drawing/2014/main" id="{6B0D936B-D894-436C-A424-059F909C12F2}"/>
              </a:ext>
            </a:extLst>
          </p:cNvPr>
          <p:cNvSpPr>
            <a:spLocks xmlns:a="http://schemas.openxmlformats.org/drawingml/2006/main" noGrp="1"/>
          </p:cNvSpPr>
          <p:nvPr/>
        </p:nvSpPr>
        <p:spPr>
          <a:xfrm xmlns:a="http://schemas.openxmlformats.org/drawingml/2006/main">
            <a:off x="6572250" y="17907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2A43"/>
                </a:solidFill>
                <a:latin typeface="Arial"/>
                <a:ea typeface="Arial"/>
                <a:cs typeface="Arial"/>
              </a:defRPr>
            </a:defPPr>
            <a:lvl1pPr algn="l">
              <a:defRPr sz="1725" b="1">
                <a:solidFill>
                  <a:srgbClr val="102A43"/>
                </a:solidFill>
                <a:latin typeface="Arial"/>
                <a:ea typeface="Arial"/>
                <a:cs typeface="Arial"/>
              </a:defRPr>
            </a:lvl1pPr>
            <a:lvl2pPr algn="l">
              <a:defRPr sz="1725" b="1">
                <a:solidFill>
                  <a:srgbClr val="102A43"/>
                </a:solidFill>
                <a:latin typeface="Arial"/>
                <a:ea typeface="Arial"/>
                <a:cs typeface="Arial"/>
              </a:defRPr>
            </a:lvl2pPr>
            <a:lvl3pPr algn="l">
              <a:defRPr sz="1725" b="1">
                <a:solidFill>
                  <a:srgbClr val="102A43"/>
                </a:solidFill>
                <a:latin typeface="Arial"/>
                <a:ea typeface="Arial"/>
                <a:cs typeface="Arial"/>
              </a:defRPr>
            </a:lvl3pPr>
            <a:lvl4pPr algn="l">
              <a:defRPr sz="1725" b="1">
                <a:solidFill>
                  <a:srgbClr val="102A43"/>
                </a:solidFill>
                <a:latin typeface="Arial"/>
                <a:ea typeface="Arial"/>
                <a:cs typeface="Arial"/>
              </a:defRPr>
            </a:lvl4pPr>
            <a:lvl5pPr algn="l">
              <a:defRPr sz="1725" b="1">
                <a:solidFill>
                  <a:srgbClr val="102A43"/>
                </a:solidFill>
                <a:latin typeface="Arial"/>
                <a:ea typeface="Arial"/>
                <a:cs typeface="Arial"/>
              </a:defRPr>
            </a:lvl5pPr>
            <a:lvl6pPr algn="l">
              <a:defRPr sz="1725" b="1">
                <a:solidFill>
                  <a:srgbClr val="102A43"/>
                </a:solidFill>
                <a:latin typeface="Arial"/>
                <a:ea typeface="Arial"/>
                <a:cs typeface="Arial"/>
              </a:defRPr>
            </a:lvl6pPr>
            <a:lvl7pPr algn="l">
              <a:defRPr sz="1725" b="1">
                <a:solidFill>
                  <a:srgbClr val="102A43"/>
                </a:solidFill>
                <a:latin typeface="Arial"/>
                <a:ea typeface="Arial"/>
                <a:cs typeface="Arial"/>
              </a:defRPr>
            </a:lvl7pPr>
            <a:lvl8pPr algn="l">
              <a:defRPr sz="1725" b="1">
                <a:solidFill>
                  <a:srgbClr val="102A43"/>
                </a:solidFill>
                <a:latin typeface="Arial"/>
                <a:ea typeface="Arial"/>
                <a:cs typeface="Arial"/>
              </a:defRPr>
            </a:lvl8pPr>
            <a:lvl9pPr algn="l">
              <a:defRPr sz="1725" b="1">
                <a:solidFill>
                  <a:srgbClr val="102A43"/>
                </a:solidFill>
                <a:latin typeface="Arial"/>
                <a:ea typeface="Arial"/>
                <a:cs typeface="Arial"/>
              </a:defRPr>
            </a:lvl9pPr>
          </a:lstStyle>
          <a:p xmlns:a="http://schemas.openxmlformats.org/drawingml/2006/main">
            <a:pPr algn="l">
              <a:defRPr sz="1725" b="1">
                <a:solidFill>
                  <a:srgbClr val="102A43"/>
                </a:solidFill>
                <a:latin typeface="Arial"/>
                <a:ea typeface="Arial"/>
                <a:cs typeface="Arial"/>
              </a:defRPr>
            </a:pPr>
            <a:r>
              <a:rPr sz="1725" b="1">
                <a:solidFill>
                  <a:srgbClr val="102A43"/>
                </a:solidFill>
                <a:latin typeface="Arial"/>
                <a:ea typeface="Arial"/>
                <a:cs typeface="Arial"/>
              </a:rPr>
              <a:t>Environment settings</a:t>
            </a:r>
          </a:p>
        </p:txBody>
      </p:sp>
      <p:sp>
        <p:nvSpPr>
          <p:cNvPr id="11" name="env-copy">
            <a:extLst xmlns:a="http://schemas.openxmlformats.org/drawingml/2006/main">
              <a:ext uri="{FF2B5EF4-FFF2-40B4-BE49-F238E27FC236}">
                <a16:creationId xmlns:a16="http://schemas.microsoft.com/office/drawing/2014/main" id="{79EA465D-95C7-40FC-B23B-9D965EFA8362}"/>
              </a:ext>
            </a:extLst>
          </p:cNvPr>
          <p:cNvSpPr>
            <a:spLocks xmlns:a="http://schemas.openxmlformats.org/drawingml/2006/main" noGrp="1"/>
          </p:cNvSpPr>
          <p:nvPr/>
        </p:nvSpPr>
        <p:spPr>
          <a:xfrm xmlns:a="http://schemas.openxmlformats.org/drawingml/2006/main">
            <a:off x="6572250" y="21907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72B3A"/>
                </a:solidFill>
                <a:latin typeface="Arial"/>
                <a:ea typeface="Arial"/>
                <a:cs typeface="Arial"/>
              </a:defRPr>
            </a:defPPr>
            <a:lvl1pPr algn="l">
              <a:defRPr sz="1425" b="0">
                <a:solidFill>
                  <a:srgbClr val="172B3A"/>
                </a:solidFill>
                <a:latin typeface="Arial"/>
                <a:ea typeface="Arial"/>
                <a:cs typeface="Arial"/>
              </a:defRPr>
            </a:lvl1pPr>
            <a:lvl2pPr algn="l">
              <a:defRPr sz="1425" b="0">
                <a:solidFill>
                  <a:srgbClr val="172B3A"/>
                </a:solidFill>
                <a:latin typeface="Arial"/>
                <a:ea typeface="Arial"/>
                <a:cs typeface="Arial"/>
              </a:defRPr>
            </a:lvl2pPr>
            <a:lvl3pPr algn="l">
              <a:defRPr sz="1425" b="0">
                <a:solidFill>
                  <a:srgbClr val="172B3A"/>
                </a:solidFill>
                <a:latin typeface="Arial"/>
                <a:ea typeface="Arial"/>
                <a:cs typeface="Arial"/>
              </a:defRPr>
            </a:lvl3pPr>
            <a:lvl4pPr algn="l">
              <a:defRPr sz="1425" b="0">
                <a:solidFill>
                  <a:srgbClr val="172B3A"/>
                </a:solidFill>
                <a:latin typeface="Arial"/>
                <a:ea typeface="Arial"/>
                <a:cs typeface="Arial"/>
              </a:defRPr>
            </a:lvl4pPr>
            <a:lvl5pPr algn="l">
              <a:defRPr sz="1425" b="0">
                <a:solidFill>
                  <a:srgbClr val="172B3A"/>
                </a:solidFill>
                <a:latin typeface="Arial"/>
                <a:ea typeface="Arial"/>
                <a:cs typeface="Arial"/>
              </a:defRPr>
            </a:lvl5pPr>
            <a:lvl6pPr algn="l">
              <a:defRPr sz="1425" b="0">
                <a:solidFill>
                  <a:srgbClr val="172B3A"/>
                </a:solidFill>
                <a:latin typeface="Arial"/>
                <a:ea typeface="Arial"/>
                <a:cs typeface="Arial"/>
              </a:defRPr>
            </a:lvl6pPr>
            <a:lvl7pPr algn="l">
              <a:defRPr sz="1425" b="0">
                <a:solidFill>
                  <a:srgbClr val="172B3A"/>
                </a:solidFill>
                <a:latin typeface="Arial"/>
                <a:ea typeface="Arial"/>
                <a:cs typeface="Arial"/>
              </a:defRPr>
            </a:lvl7pPr>
            <a:lvl8pPr algn="l">
              <a:defRPr sz="1425" b="0">
                <a:solidFill>
                  <a:srgbClr val="172B3A"/>
                </a:solidFill>
                <a:latin typeface="Arial"/>
                <a:ea typeface="Arial"/>
                <a:cs typeface="Arial"/>
              </a:defRPr>
            </a:lvl8pPr>
            <a:lvl9pPr algn="l">
              <a:defRPr sz="1425" b="0">
                <a:solidFill>
                  <a:srgbClr val="172B3A"/>
                </a:solidFill>
                <a:latin typeface="Arial"/>
                <a:ea typeface="Arial"/>
                <a:cs typeface="Arial"/>
              </a:defRPr>
            </a:lvl9pPr>
          </a:lstStyle>
          <a:p xmlns:a="http://schemas.openxmlformats.org/drawingml/2006/main">
            <a:pPr algn="l">
              <a:defRPr sz="1425" b="0">
                <a:solidFill>
                  <a:srgbClr val="172B3A"/>
                </a:solidFill>
                <a:latin typeface="Arial"/>
                <a:ea typeface="Arial"/>
                <a:cs typeface="Arial"/>
              </a:defRPr>
            </a:pPr>
            <a:r>
              <a:rPr sz="1425" b="0">
                <a:solidFill>
                  <a:srgbClr val="172B3A"/>
                </a:solidFill>
                <a:latin typeface="Arial"/>
                <a:ea typeface="Arial"/>
                <a:cs typeface="Arial"/>
              </a:rPr>
              <a:t>DATABASE_URL · SECRET_KEY</a:t>
            </a:r>
          </a:p>
          <a:p xmlns:a="http://schemas.openxmlformats.org/drawingml/2006/main">
            <a:pPr algn="l">
              <a:defRPr sz="1425" b="0">
                <a:solidFill>
                  <a:srgbClr val="172B3A"/>
                </a:solidFill>
                <a:latin typeface="Arial"/>
                <a:ea typeface="Arial"/>
                <a:cs typeface="Arial"/>
              </a:defRPr>
            </a:pPr>
            <a:r>
              <a:rPr sz="1425" b="0">
                <a:solidFill>
                  <a:srgbClr val="172B3A"/>
                </a:solidFill>
                <a:latin typeface="Arial"/>
                <a:ea typeface="Arial"/>
                <a:cs typeface="Arial"/>
              </a:rPr>
              <a:t>ACCESS_TOKEN_EXPIRE_MINUTES</a:t>
            </a:r>
          </a:p>
          <a:p xmlns:a="http://schemas.openxmlformats.org/drawingml/2006/main">
            <a:pPr algn="l">
              <a:defRPr sz="1425" b="0">
                <a:solidFill>
                  <a:srgbClr val="172B3A"/>
                </a:solidFill>
                <a:latin typeface="Arial"/>
                <a:ea typeface="Arial"/>
                <a:cs typeface="Arial"/>
              </a:defRPr>
            </a:pPr>
            <a:r>
              <a:rPr sz="1425" b="0">
                <a:solidFill>
                  <a:srgbClr val="172B3A"/>
                </a:solidFill>
                <a:latin typeface="Arial"/>
                <a:ea typeface="Arial"/>
                <a:cs typeface="Arial"/>
              </a:rPr>
              <a:t>BOOTSTRAP_ADMIN_EMAIL/PASSWORD</a:t>
            </a:r>
          </a:p>
        </p:txBody>
      </p:sp>
      <p:sp>
        <p:nvSpPr>
          <p:cNvPr id="12" name="tests-title">
            <a:extLst xmlns:a="http://schemas.openxmlformats.org/drawingml/2006/main">
              <a:ext uri="{FF2B5EF4-FFF2-40B4-BE49-F238E27FC236}">
                <a16:creationId xmlns:a16="http://schemas.microsoft.com/office/drawing/2014/main" id="{DAF218A3-E09C-45CE-AB3A-EE9A3E6F317C}"/>
              </a:ext>
            </a:extLst>
          </p:cNvPr>
          <p:cNvSpPr>
            <a:spLocks xmlns:a="http://schemas.openxmlformats.org/drawingml/2006/main" noGrp="1"/>
          </p:cNvSpPr>
          <p:nvPr/>
        </p:nvSpPr>
        <p:spPr>
          <a:xfrm xmlns:a="http://schemas.openxmlformats.org/drawingml/2006/main">
            <a:off x="781050" y="36957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2A43"/>
                </a:solidFill>
                <a:latin typeface="Arial"/>
                <a:ea typeface="Arial"/>
                <a:cs typeface="Arial"/>
              </a:defRPr>
            </a:defPPr>
            <a:lvl1pPr algn="l">
              <a:defRPr sz="1725" b="1">
                <a:solidFill>
                  <a:srgbClr val="102A43"/>
                </a:solidFill>
                <a:latin typeface="Arial"/>
                <a:ea typeface="Arial"/>
                <a:cs typeface="Arial"/>
              </a:defRPr>
            </a:lvl1pPr>
            <a:lvl2pPr algn="l">
              <a:defRPr sz="1725" b="1">
                <a:solidFill>
                  <a:srgbClr val="102A43"/>
                </a:solidFill>
                <a:latin typeface="Arial"/>
                <a:ea typeface="Arial"/>
                <a:cs typeface="Arial"/>
              </a:defRPr>
            </a:lvl2pPr>
            <a:lvl3pPr algn="l">
              <a:defRPr sz="1725" b="1">
                <a:solidFill>
                  <a:srgbClr val="102A43"/>
                </a:solidFill>
                <a:latin typeface="Arial"/>
                <a:ea typeface="Arial"/>
                <a:cs typeface="Arial"/>
              </a:defRPr>
            </a:lvl3pPr>
            <a:lvl4pPr algn="l">
              <a:defRPr sz="1725" b="1">
                <a:solidFill>
                  <a:srgbClr val="102A43"/>
                </a:solidFill>
                <a:latin typeface="Arial"/>
                <a:ea typeface="Arial"/>
                <a:cs typeface="Arial"/>
              </a:defRPr>
            </a:lvl4pPr>
            <a:lvl5pPr algn="l">
              <a:defRPr sz="1725" b="1">
                <a:solidFill>
                  <a:srgbClr val="102A43"/>
                </a:solidFill>
                <a:latin typeface="Arial"/>
                <a:ea typeface="Arial"/>
                <a:cs typeface="Arial"/>
              </a:defRPr>
            </a:lvl5pPr>
            <a:lvl6pPr algn="l">
              <a:defRPr sz="1725" b="1">
                <a:solidFill>
                  <a:srgbClr val="102A43"/>
                </a:solidFill>
                <a:latin typeface="Arial"/>
                <a:ea typeface="Arial"/>
                <a:cs typeface="Arial"/>
              </a:defRPr>
            </a:lvl6pPr>
            <a:lvl7pPr algn="l">
              <a:defRPr sz="1725" b="1">
                <a:solidFill>
                  <a:srgbClr val="102A43"/>
                </a:solidFill>
                <a:latin typeface="Arial"/>
                <a:ea typeface="Arial"/>
                <a:cs typeface="Arial"/>
              </a:defRPr>
            </a:lvl7pPr>
            <a:lvl8pPr algn="l">
              <a:defRPr sz="1725" b="1">
                <a:solidFill>
                  <a:srgbClr val="102A43"/>
                </a:solidFill>
                <a:latin typeface="Arial"/>
                <a:ea typeface="Arial"/>
                <a:cs typeface="Arial"/>
              </a:defRPr>
            </a:lvl8pPr>
            <a:lvl9pPr algn="l">
              <a:defRPr sz="1725" b="1">
                <a:solidFill>
                  <a:srgbClr val="102A43"/>
                </a:solidFill>
                <a:latin typeface="Arial"/>
                <a:ea typeface="Arial"/>
                <a:cs typeface="Arial"/>
              </a:defRPr>
            </a:lvl9pPr>
          </a:lstStyle>
          <a:p xmlns:a="http://schemas.openxmlformats.org/drawingml/2006/main">
            <a:pPr algn="l">
              <a:defRPr sz="1725" b="1">
                <a:solidFill>
                  <a:srgbClr val="102A43"/>
                </a:solidFill>
                <a:latin typeface="Arial"/>
                <a:ea typeface="Arial"/>
                <a:cs typeface="Arial"/>
              </a:defRPr>
            </a:pPr>
            <a:r>
              <a:rPr sz="1725" b="1">
                <a:solidFill>
                  <a:srgbClr val="102A43"/>
                </a:solidFill>
                <a:latin typeface="Arial"/>
                <a:ea typeface="Arial"/>
                <a:cs typeface="Arial"/>
              </a:rPr>
              <a:t>Tests cover</a:t>
            </a:r>
          </a:p>
        </p:txBody>
      </p:sp>
      <p:sp>
        <p:nvSpPr>
          <p:cNvPr id="13" name="tests-copy">
            <a:extLst xmlns:a="http://schemas.openxmlformats.org/drawingml/2006/main">
              <a:ext uri="{FF2B5EF4-FFF2-40B4-BE49-F238E27FC236}">
                <a16:creationId xmlns:a16="http://schemas.microsoft.com/office/drawing/2014/main" id="{69E1C050-27E5-4327-8270-D80F01A7C8DC}"/>
              </a:ext>
            </a:extLst>
          </p:cNvPr>
          <p:cNvSpPr>
            <a:spLocks xmlns:a="http://schemas.openxmlformats.org/drawingml/2006/main" noGrp="1"/>
          </p:cNvSpPr>
          <p:nvPr/>
        </p:nvSpPr>
        <p:spPr>
          <a:xfrm xmlns:a="http://schemas.openxmlformats.org/drawingml/2006/main">
            <a:off x="781050" y="4095750"/>
            <a:ext cx="49053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72B3A"/>
                </a:solidFill>
                <a:latin typeface="Arial"/>
                <a:ea typeface="Arial"/>
                <a:cs typeface="Arial"/>
              </a:defRPr>
            </a:defPPr>
            <a:lvl1pPr algn="l">
              <a:defRPr sz="1425" b="0">
                <a:solidFill>
                  <a:srgbClr val="172B3A"/>
                </a:solidFill>
                <a:latin typeface="Arial"/>
                <a:ea typeface="Arial"/>
                <a:cs typeface="Arial"/>
              </a:defRPr>
            </a:lvl1pPr>
            <a:lvl2pPr algn="l">
              <a:defRPr sz="1425" b="0">
                <a:solidFill>
                  <a:srgbClr val="172B3A"/>
                </a:solidFill>
                <a:latin typeface="Arial"/>
                <a:ea typeface="Arial"/>
                <a:cs typeface="Arial"/>
              </a:defRPr>
            </a:lvl2pPr>
            <a:lvl3pPr algn="l">
              <a:defRPr sz="1425" b="0">
                <a:solidFill>
                  <a:srgbClr val="172B3A"/>
                </a:solidFill>
                <a:latin typeface="Arial"/>
                <a:ea typeface="Arial"/>
                <a:cs typeface="Arial"/>
              </a:defRPr>
            </a:lvl3pPr>
            <a:lvl4pPr algn="l">
              <a:defRPr sz="1425" b="0">
                <a:solidFill>
                  <a:srgbClr val="172B3A"/>
                </a:solidFill>
                <a:latin typeface="Arial"/>
                <a:ea typeface="Arial"/>
                <a:cs typeface="Arial"/>
              </a:defRPr>
            </a:lvl4pPr>
            <a:lvl5pPr algn="l">
              <a:defRPr sz="1425" b="0">
                <a:solidFill>
                  <a:srgbClr val="172B3A"/>
                </a:solidFill>
                <a:latin typeface="Arial"/>
                <a:ea typeface="Arial"/>
                <a:cs typeface="Arial"/>
              </a:defRPr>
            </a:lvl5pPr>
            <a:lvl6pPr algn="l">
              <a:defRPr sz="1425" b="0">
                <a:solidFill>
                  <a:srgbClr val="172B3A"/>
                </a:solidFill>
                <a:latin typeface="Arial"/>
                <a:ea typeface="Arial"/>
                <a:cs typeface="Arial"/>
              </a:defRPr>
            </a:lvl6pPr>
            <a:lvl7pPr algn="l">
              <a:defRPr sz="1425" b="0">
                <a:solidFill>
                  <a:srgbClr val="172B3A"/>
                </a:solidFill>
                <a:latin typeface="Arial"/>
                <a:ea typeface="Arial"/>
                <a:cs typeface="Arial"/>
              </a:defRPr>
            </a:lvl7pPr>
            <a:lvl8pPr algn="l">
              <a:defRPr sz="1425" b="0">
                <a:solidFill>
                  <a:srgbClr val="172B3A"/>
                </a:solidFill>
                <a:latin typeface="Arial"/>
                <a:ea typeface="Arial"/>
                <a:cs typeface="Arial"/>
              </a:defRPr>
            </a:lvl8pPr>
            <a:lvl9pPr algn="l">
              <a:defRPr sz="1425" b="0">
                <a:solidFill>
                  <a:srgbClr val="172B3A"/>
                </a:solidFill>
                <a:latin typeface="Arial"/>
                <a:ea typeface="Arial"/>
                <a:cs typeface="Arial"/>
              </a:defRPr>
            </a:lvl9pPr>
          </a:lstStyle>
          <a:p xmlns:a="http://schemas.openxmlformats.org/drawingml/2006/main">
            <a:pPr algn="l">
              <a:defRPr sz="1425" b="0">
                <a:solidFill>
                  <a:srgbClr val="172B3A"/>
                </a:solidFill>
                <a:latin typeface="Arial"/>
                <a:ea typeface="Arial"/>
                <a:cs typeface="Arial"/>
              </a:defRPr>
            </a:pPr>
            <a:r>
              <a:rPr sz="1425" b="0">
                <a:solidFill>
                  <a:srgbClr val="172B3A"/>
                </a:solidFill>
                <a:latin typeface="Arial"/>
                <a:ea typeface="Arial"/>
                <a:cs typeface="Arial"/>
              </a:rPr>
              <a:t>Status rules, access permissions, comments, validation, cascade delete, successful API flow, and rate limiting.</a:t>
            </a:r>
          </a:p>
        </p:txBody>
      </p:sp>
      <p:sp>
        <p:nvSpPr>
          <p:cNvPr id="14" name="demo-title">
            <a:extLst xmlns:a="http://schemas.openxmlformats.org/drawingml/2006/main">
              <a:ext uri="{FF2B5EF4-FFF2-40B4-BE49-F238E27FC236}">
                <a16:creationId xmlns:a16="http://schemas.microsoft.com/office/drawing/2014/main" id="{CD676650-4E27-4A21-896A-BBF3611105AF}"/>
              </a:ext>
            </a:extLst>
          </p:cNvPr>
          <p:cNvSpPr>
            <a:spLocks xmlns:a="http://schemas.openxmlformats.org/drawingml/2006/main" noGrp="1"/>
          </p:cNvSpPr>
          <p:nvPr/>
        </p:nvSpPr>
        <p:spPr>
          <a:xfrm xmlns:a="http://schemas.openxmlformats.org/drawingml/2006/main">
            <a:off x="6572250" y="36957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2A43"/>
                </a:solidFill>
                <a:latin typeface="Arial"/>
                <a:ea typeface="Arial"/>
                <a:cs typeface="Arial"/>
              </a:defRPr>
            </a:defPPr>
            <a:lvl1pPr algn="l">
              <a:defRPr sz="1725" b="1">
                <a:solidFill>
                  <a:srgbClr val="102A43"/>
                </a:solidFill>
                <a:latin typeface="Arial"/>
                <a:ea typeface="Arial"/>
                <a:cs typeface="Arial"/>
              </a:defRPr>
            </a:lvl1pPr>
            <a:lvl2pPr algn="l">
              <a:defRPr sz="1725" b="1">
                <a:solidFill>
                  <a:srgbClr val="102A43"/>
                </a:solidFill>
                <a:latin typeface="Arial"/>
                <a:ea typeface="Arial"/>
                <a:cs typeface="Arial"/>
              </a:defRPr>
            </a:lvl2pPr>
            <a:lvl3pPr algn="l">
              <a:defRPr sz="1725" b="1">
                <a:solidFill>
                  <a:srgbClr val="102A43"/>
                </a:solidFill>
                <a:latin typeface="Arial"/>
                <a:ea typeface="Arial"/>
                <a:cs typeface="Arial"/>
              </a:defRPr>
            </a:lvl3pPr>
            <a:lvl4pPr algn="l">
              <a:defRPr sz="1725" b="1">
                <a:solidFill>
                  <a:srgbClr val="102A43"/>
                </a:solidFill>
                <a:latin typeface="Arial"/>
                <a:ea typeface="Arial"/>
                <a:cs typeface="Arial"/>
              </a:defRPr>
            </a:lvl4pPr>
            <a:lvl5pPr algn="l">
              <a:defRPr sz="1725" b="1">
                <a:solidFill>
                  <a:srgbClr val="102A43"/>
                </a:solidFill>
                <a:latin typeface="Arial"/>
                <a:ea typeface="Arial"/>
                <a:cs typeface="Arial"/>
              </a:defRPr>
            </a:lvl5pPr>
            <a:lvl6pPr algn="l">
              <a:defRPr sz="1725" b="1">
                <a:solidFill>
                  <a:srgbClr val="102A43"/>
                </a:solidFill>
                <a:latin typeface="Arial"/>
                <a:ea typeface="Arial"/>
                <a:cs typeface="Arial"/>
              </a:defRPr>
            </a:lvl6pPr>
            <a:lvl7pPr algn="l">
              <a:defRPr sz="1725" b="1">
                <a:solidFill>
                  <a:srgbClr val="102A43"/>
                </a:solidFill>
                <a:latin typeface="Arial"/>
                <a:ea typeface="Arial"/>
                <a:cs typeface="Arial"/>
              </a:defRPr>
            </a:lvl7pPr>
            <a:lvl8pPr algn="l">
              <a:defRPr sz="1725" b="1">
                <a:solidFill>
                  <a:srgbClr val="102A43"/>
                </a:solidFill>
                <a:latin typeface="Arial"/>
                <a:ea typeface="Arial"/>
                <a:cs typeface="Arial"/>
              </a:defRPr>
            </a:lvl8pPr>
            <a:lvl9pPr algn="l">
              <a:defRPr sz="1725" b="1">
                <a:solidFill>
                  <a:srgbClr val="102A43"/>
                </a:solidFill>
                <a:latin typeface="Arial"/>
                <a:ea typeface="Arial"/>
                <a:cs typeface="Arial"/>
              </a:defRPr>
            </a:lvl9pPr>
          </a:lstStyle>
          <a:p xmlns:a="http://schemas.openxmlformats.org/drawingml/2006/main">
            <a:pPr algn="l">
              <a:defRPr sz="1725" b="1">
                <a:solidFill>
                  <a:srgbClr val="102A43"/>
                </a:solidFill>
                <a:latin typeface="Arial"/>
                <a:ea typeface="Arial"/>
                <a:cs typeface="Arial"/>
              </a:defRPr>
            </a:pPr>
            <a:r>
              <a:rPr sz="1725" b="1">
                <a:solidFill>
                  <a:srgbClr val="102A43"/>
                </a:solidFill>
                <a:latin typeface="Arial"/>
                <a:ea typeface="Arial"/>
                <a:cs typeface="Arial"/>
              </a:rPr>
              <a:t>Manual demo</a:t>
            </a:r>
          </a:p>
        </p:txBody>
      </p:sp>
      <p:sp>
        <p:nvSpPr>
          <p:cNvPr id="15" name="demo-copy">
            <a:extLst xmlns:a="http://schemas.openxmlformats.org/drawingml/2006/main">
              <a:ext uri="{FF2B5EF4-FFF2-40B4-BE49-F238E27FC236}">
                <a16:creationId xmlns:a16="http://schemas.microsoft.com/office/drawing/2014/main" id="{C89A7ABE-4E49-4891-B422-01728DAF0F2A}"/>
              </a:ext>
            </a:extLst>
          </p:cNvPr>
          <p:cNvSpPr>
            <a:spLocks xmlns:a="http://schemas.openxmlformats.org/drawingml/2006/main" noGrp="1"/>
          </p:cNvSpPr>
          <p:nvPr/>
        </p:nvSpPr>
        <p:spPr>
          <a:xfrm xmlns:a="http://schemas.openxmlformats.org/drawingml/2006/main">
            <a:off x="6572250" y="4095750"/>
            <a:ext cx="476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72B3A"/>
                </a:solidFill>
                <a:latin typeface="Arial"/>
                <a:ea typeface="Arial"/>
                <a:cs typeface="Arial"/>
              </a:defRPr>
            </a:defPPr>
            <a:lvl1pPr algn="l">
              <a:defRPr sz="1425" b="0">
                <a:solidFill>
                  <a:srgbClr val="172B3A"/>
                </a:solidFill>
                <a:latin typeface="Arial"/>
                <a:ea typeface="Arial"/>
                <a:cs typeface="Arial"/>
              </a:defRPr>
            </a:lvl1pPr>
            <a:lvl2pPr algn="l">
              <a:defRPr sz="1425" b="0">
                <a:solidFill>
                  <a:srgbClr val="172B3A"/>
                </a:solidFill>
                <a:latin typeface="Arial"/>
                <a:ea typeface="Arial"/>
                <a:cs typeface="Arial"/>
              </a:defRPr>
            </a:lvl2pPr>
            <a:lvl3pPr algn="l">
              <a:defRPr sz="1425" b="0">
                <a:solidFill>
                  <a:srgbClr val="172B3A"/>
                </a:solidFill>
                <a:latin typeface="Arial"/>
                <a:ea typeface="Arial"/>
                <a:cs typeface="Arial"/>
              </a:defRPr>
            </a:lvl3pPr>
            <a:lvl4pPr algn="l">
              <a:defRPr sz="1425" b="0">
                <a:solidFill>
                  <a:srgbClr val="172B3A"/>
                </a:solidFill>
                <a:latin typeface="Arial"/>
                <a:ea typeface="Arial"/>
                <a:cs typeface="Arial"/>
              </a:defRPr>
            </a:lvl4pPr>
            <a:lvl5pPr algn="l">
              <a:defRPr sz="1425" b="0">
                <a:solidFill>
                  <a:srgbClr val="172B3A"/>
                </a:solidFill>
                <a:latin typeface="Arial"/>
                <a:ea typeface="Arial"/>
                <a:cs typeface="Arial"/>
              </a:defRPr>
            </a:lvl5pPr>
            <a:lvl6pPr algn="l">
              <a:defRPr sz="1425" b="0">
                <a:solidFill>
                  <a:srgbClr val="172B3A"/>
                </a:solidFill>
                <a:latin typeface="Arial"/>
                <a:ea typeface="Arial"/>
                <a:cs typeface="Arial"/>
              </a:defRPr>
            </a:lvl6pPr>
            <a:lvl7pPr algn="l">
              <a:defRPr sz="1425" b="0">
                <a:solidFill>
                  <a:srgbClr val="172B3A"/>
                </a:solidFill>
                <a:latin typeface="Arial"/>
                <a:ea typeface="Arial"/>
                <a:cs typeface="Arial"/>
              </a:defRPr>
            </a:lvl7pPr>
            <a:lvl8pPr algn="l">
              <a:defRPr sz="1425" b="0">
                <a:solidFill>
                  <a:srgbClr val="172B3A"/>
                </a:solidFill>
                <a:latin typeface="Arial"/>
                <a:ea typeface="Arial"/>
                <a:cs typeface="Arial"/>
              </a:defRPr>
            </a:lvl8pPr>
            <a:lvl9pPr algn="l">
              <a:defRPr sz="1425" b="0">
                <a:solidFill>
                  <a:srgbClr val="172B3A"/>
                </a:solidFill>
                <a:latin typeface="Arial"/>
                <a:ea typeface="Arial"/>
                <a:cs typeface="Arial"/>
              </a:defRPr>
            </a:lvl9pPr>
          </a:lstStyle>
          <a:p xmlns:a="http://schemas.openxmlformats.org/drawingml/2006/main">
            <a:pPr algn="l">
              <a:defRPr sz="1425" b="0">
                <a:solidFill>
                  <a:srgbClr val="172B3A"/>
                </a:solidFill>
                <a:latin typeface="Arial"/>
                <a:ea typeface="Arial"/>
                <a:cs typeface="Arial"/>
              </a:defRPr>
            </a:pPr>
            <a:r>
              <a:rPr sz="1425" b="0">
                <a:solidFill>
                  <a:srgbClr val="172B3A"/>
                </a:solidFill>
                <a:latin typeface="Arial"/>
                <a:ea typeface="Arial"/>
                <a:cs typeface="Arial"/>
              </a:rPr>
              <a:t>Register manager and member. Log in. Create project/task. Update status as assignee. Add/list comments. Check Docker MySQL records.</a:t>
            </a:r>
          </a:p>
        </p:txBody>
      </p:sp>
      <p:sp>
        <p:nvSpPr>
          <p:cNvPr id="16" name="status-band">
            <a:extLst xmlns:a="http://schemas.openxmlformats.org/drawingml/2006/main">
              <a:ext uri="{FF2B5EF4-FFF2-40B4-BE49-F238E27FC236}">
                <a16:creationId xmlns:a16="http://schemas.microsoft.com/office/drawing/2014/main" id="{4771F57F-59D1-4551-9E5A-D3BE865035C6}"/>
              </a:ext>
            </a:extLst>
          </p:cNvPr>
          <p:cNvSpPr>
            <a:spLocks xmlns:a="http://schemas.openxmlformats.org/drawingml/2006/main" noGrp="1"/>
          </p:cNvSpPr>
          <p:nvPr/>
        </p:nvSpPr>
        <p:spPr>
          <a:xfrm xmlns:a="http://schemas.openxmlformats.org/drawingml/2006/main">
            <a:off x="781050" y="5429250"/>
            <a:ext cx="10629900" cy="628650"/>
          </a:xfrm>
          <a:prstGeom xmlns:a="http://schemas.openxmlformats.org/drawingml/2006/main" prst="roundRect">
            <a:avLst>
              <a:gd name="adj" fmla="val 12121"/>
            </a:avLst>
          </a:prstGeom>
          <a:solidFill xmlns:a="http://schemas.openxmlformats.org/drawingml/2006/main">
            <a:srgbClr val="FFF2D7"/>
          </a:solidFill>
          <a:ln xmlns:a="http://schemas.openxmlformats.org/drawingml/2006/main" w="0">
            <a:noFill/>
            <a:prstDash val="solid"/>
          </a:ln>
        </p:spPr>
      </p:sp>
      <p:sp>
        <p:nvSpPr>
          <p:cNvPr id="17" name="scope">
            <a:extLst xmlns:a="http://schemas.openxmlformats.org/drawingml/2006/main">
              <a:ext uri="{FF2B5EF4-FFF2-40B4-BE49-F238E27FC236}">
                <a16:creationId xmlns:a16="http://schemas.microsoft.com/office/drawing/2014/main" id="{9D714147-155E-4446-8607-8ECBD352A011}"/>
              </a:ext>
            </a:extLst>
          </p:cNvPr>
          <p:cNvSpPr>
            <a:spLocks xmlns:a="http://schemas.openxmlformats.org/drawingml/2006/main" noGrp="1"/>
          </p:cNvSpPr>
          <p:nvPr/>
        </p:nvSpPr>
        <p:spPr>
          <a:xfrm xmlns:a="http://schemas.openxmlformats.org/drawingml/2006/main">
            <a:off x="952500" y="5524500"/>
            <a:ext cx="1028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02A43"/>
                </a:solidFill>
                <a:latin typeface="Arial"/>
                <a:ea typeface="Arial"/>
                <a:cs typeface="Arial"/>
              </a:defRPr>
            </a:defPPr>
            <a:lvl1pPr algn="ctr">
              <a:defRPr sz="1425" b="1">
                <a:solidFill>
                  <a:srgbClr val="102A43"/>
                </a:solidFill>
                <a:latin typeface="Arial"/>
                <a:ea typeface="Arial"/>
                <a:cs typeface="Arial"/>
              </a:defRPr>
            </a:lvl1pPr>
            <a:lvl2pPr algn="ctr">
              <a:defRPr sz="1425" b="1">
                <a:solidFill>
                  <a:srgbClr val="102A43"/>
                </a:solidFill>
                <a:latin typeface="Arial"/>
                <a:ea typeface="Arial"/>
                <a:cs typeface="Arial"/>
              </a:defRPr>
            </a:lvl2pPr>
            <a:lvl3pPr algn="ctr">
              <a:defRPr sz="1425" b="1">
                <a:solidFill>
                  <a:srgbClr val="102A43"/>
                </a:solidFill>
                <a:latin typeface="Arial"/>
                <a:ea typeface="Arial"/>
                <a:cs typeface="Arial"/>
              </a:defRPr>
            </a:lvl3pPr>
            <a:lvl4pPr algn="ctr">
              <a:defRPr sz="1425" b="1">
                <a:solidFill>
                  <a:srgbClr val="102A43"/>
                </a:solidFill>
                <a:latin typeface="Arial"/>
                <a:ea typeface="Arial"/>
                <a:cs typeface="Arial"/>
              </a:defRPr>
            </a:lvl4pPr>
            <a:lvl5pPr algn="ctr">
              <a:defRPr sz="1425" b="1">
                <a:solidFill>
                  <a:srgbClr val="102A43"/>
                </a:solidFill>
                <a:latin typeface="Arial"/>
                <a:ea typeface="Arial"/>
                <a:cs typeface="Arial"/>
              </a:defRPr>
            </a:lvl5pPr>
            <a:lvl6pPr algn="ctr">
              <a:defRPr sz="1425" b="1">
                <a:solidFill>
                  <a:srgbClr val="102A43"/>
                </a:solidFill>
                <a:latin typeface="Arial"/>
                <a:ea typeface="Arial"/>
                <a:cs typeface="Arial"/>
              </a:defRPr>
            </a:lvl6pPr>
            <a:lvl7pPr algn="ctr">
              <a:defRPr sz="1425" b="1">
                <a:solidFill>
                  <a:srgbClr val="102A43"/>
                </a:solidFill>
                <a:latin typeface="Arial"/>
                <a:ea typeface="Arial"/>
                <a:cs typeface="Arial"/>
              </a:defRPr>
            </a:lvl7pPr>
            <a:lvl8pPr algn="ctr">
              <a:defRPr sz="1425" b="1">
                <a:solidFill>
                  <a:srgbClr val="102A43"/>
                </a:solidFill>
                <a:latin typeface="Arial"/>
                <a:ea typeface="Arial"/>
                <a:cs typeface="Arial"/>
              </a:defRPr>
            </a:lvl8pPr>
            <a:lvl9pPr algn="ctr">
              <a:defRPr sz="1425" b="1">
                <a:solidFill>
                  <a:srgbClr val="102A43"/>
                </a:solidFill>
                <a:latin typeface="Arial"/>
                <a:ea typeface="Arial"/>
                <a:cs typeface="Arial"/>
              </a:defRPr>
            </a:lvl9pPr>
          </a:lstStyle>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Tests use in-memory SQLite. Local app uses Docker MySQL. Public deployment is still a separate step.</a:t>
            </a:r>
          </a:p>
        </p:txBody>
      </p:sp>
    </p:spTree>
    <p:extLst>
      <p:ext uri="{BB962C8B-B14F-4D97-AF65-F5344CB8AC3E}">
        <p14:creationId xmlns:p14="http://schemas.microsoft.com/office/powerpoint/2010/main" val="764396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2026-10-23T10:50:25.4860000Z</dcterms:created>
  <dcterms:modified xsi:type="dcterms:W3CDTF">2026-10-23T10:50:25.4860000Z</dcterms:modified>
</coreProperties>
</file>