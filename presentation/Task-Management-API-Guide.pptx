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a867c2997547d6" /><Relationship Type="http://schemas.openxmlformats.org/officeDocument/2006/relationships/extended-properties" Target="/docProps/app.xml" Id="R864a51ec9187423d" /><Relationship Type="http://schemas.openxmlformats.org/officeDocument/2006/relationships/officeDocument" Target="/ppt/presentation.xml" Id="R27be850c5c7e47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3143cd63748ea"/>
  </p:sldMasterIdLst>
  <p:notesMasterIdLst>
    <p:notesMasterId xmlns:r="http://schemas.openxmlformats.org/officeDocument/2006/relationships" r:id="R201ebaf61f4d488a"/>
  </p:notesMasterIdLst>
  <p:sldIdLst>
    <p:sldId xmlns:r="http://schemas.openxmlformats.org/officeDocument/2006/relationships" id="256" r:id="R59fa81ec79714fef"/>
    <p:sldId xmlns:r="http://schemas.openxmlformats.org/officeDocument/2006/relationships" id="257" r:id="Rabf44b8e2d9e47ea"/>
    <p:sldId xmlns:r="http://schemas.openxmlformats.org/officeDocument/2006/relationships" id="258" r:id="R5c2e056643e340b5"/>
    <p:sldId xmlns:r="http://schemas.openxmlformats.org/officeDocument/2006/relationships" id="259" r:id="R55c167212f3b4490"/>
    <p:sldId xmlns:r="http://schemas.openxmlformats.org/officeDocument/2006/relationships" id="260" r:id="R891f04bc608f453e"/>
    <p:sldId xmlns:r="http://schemas.openxmlformats.org/officeDocument/2006/relationships" id="261" r:id="R5459f932607b4f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6778a9a4cf4b4e" /><Relationship Type="http://schemas.openxmlformats.org/officeDocument/2006/relationships/slideMaster" Target="/ppt/slideMasters/slideMaster1.xml" Id="R6663143cd63748ea" /><Relationship Type="http://schemas.openxmlformats.org/officeDocument/2006/relationships/notesMaster" Target="/ppt/notesMasters/notesMaster1.xml" Id="R201ebaf61f4d488a" /><Relationship Type="http://schemas.openxmlformats.org/officeDocument/2006/relationships/presProps" Target="/ppt/presProps.xml" Id="R6295169812b640eb" /><Relationship Type="http://schemas.openxmlformats.org/officeDocument/2006/relationships/tableStyles" Target="/ppt/tableStyles.xml" Id="Raad8d16c09c34094" /><Relationship Type="http://schemas.openxmlformats.org/officeDocument/2006/relationships/slide" Target="/ppt/slides/slide1.xml" Id="R59fa81ec79714fef" /><Relationship Type="http://schemas.openxmlformats.org/officeDocument/2006/relationships/slide" Target="/ppt/slides/slide2.xml" Id="Rabf44b8e2d9e47ea" /><Relationship Type="http://schemas.openxmlformats.org/officeDocument/2006/relationships/slide" Target="/ppt/slides/slide3.xml" Id="R5c2e056643e340b5" /><Relationship Type="http://schemas.openxmlformats.org/officeDocument/2006/relationships/slide" Target="/ppt/slides/slide4.xml" Id="R55c167212f3b4490" /><Relationship Type="http://schemas.openxmlformats.org/officeDocument/2006/relationships/slide" Target="/ppt/slides/slide5.xml" Id="R891f04bc608f453e" /><Relationship Type="http://schemas.openxmlformats.org/officeDocument/2006/relationships/slide" Target="/ppt/slides/slide6.xml" Id="R5459f932607b4f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0445d8eae2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21e47d76b5445d" /><Relationship Type="http://schemas.openxmlformats.org/officeDocument/2006/relationships/notesMaster" Target="/ppt/notesMasters/notesMaster1.xml" Id="R6f2e158181f343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3973cd19b43c9" /><Relationship Type="http://schemas.openxmlformats.org/officeDocument/2006/relationships/notesMaster" Target="/ppt/notesMasters/notesMaster1.xml" Id="R828de95db8c744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c62382f0df4e8a" /><Relationship Type="http://schemas.openxmlformats.org/officeDocument/2006/relationships/notesMaster" Target="/ppt/notesMasters/notesMaster1.xml" Id="Rd43639d8cb1d46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88e75ce0c443b" /><Relationship Type="http://schemas.openxmlformats.org/officeDocument/2006/relationships/notesMaster" Target="/ppt/notesMasters/notesMaster1.xml" Id="Rc5a38c7e317941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125a8f0fb46a8" /><Relationship Type="http://schemas.openxmlformats.org/officeDocument/2006/relationships/notesMaster" Target="/ppt/notesMasters/notesMaster1.xml" Id="Ra3fa49aaf78742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445ee56abf47f8" /><Relationship Type="http://schemas.openxmlformats.org/officeDocument/2006/relationships/notesMaster" Target="/ppt/notesMasters/notesMaster1.xml" Id="Rbd99c249422d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fe0c31e754d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1f95300b043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12282dbc949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ed6a57e9648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78d2ff81440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43804749d4d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05D54A-C63C-41A4-B140-13EB03E507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6D8E7B-71A5-442D-8C94-EC9396D48B0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D6DD8A-1EAE-4EED-B090-38BEE4274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895ED-14E0-4367-AEA1-530D024F6B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A6D221-44AD-44C5-BAC2-2554E81BF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CFA537-5A37-4498-8C52-B66D5E910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A138F-A2D6-463D-B7D3-BFB3B6679D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DEC879-A40F-45B0-9717-B33C0B1445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454422-A06F-4203-9D61-D2E623521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C5A3B8-2669-40F8-884A-FFED3F5DA6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6b88f56c346ef" /><Relationship Type="http://schemas.openxmlformats.org/officeDocument/2006/relationships/slideLayout" Target="/ppt/slideLayouts/slideLayout1.xml" Id="R0f2486c0ad984ede" /><Relationship Type="http://schemas.openxmlformats.org/officeDocument/2006/relationships/slideLayout" Target="/ppt/slideLayouts/slideLayout2.xml" Id="R4dd864be1c734db8" /><Relationship Type="http://schemas.openxmlformats.org/officeDocument/2006/relationships/slideLayout" Target="/ppt/slideLayouts/slideLayout3.xml" Id="Rd44100ece6c14e25" /><Relationship Type="http://schemas.openxmlformats.org/officeDocument/2006/relationships/slideLayout" Target="/ppt/slideLayouts/slideLayout4.xml" Id="R2112eaa969984550" /><Relationship Type="http://schemas.openxmlformats.org/officeDocument/2006/relationships/slideLayout" Target="/ppt/slideLayouts/slideLayout5.xml" Id="Rc6ec1c12766a4f50" /><Relationship Type="http://schemas.openxmlformats.org/officeDocument/2006/relationships/slideLayout" Target="/ppt/slideLayouts/slideLayout6.xml" Id="R34104ebe15c4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2486c0ad984ede"/>
    <p:sldLayoutId xmlns:r="http://schemas.openxmlformats.org/officeDocument/2006/relationships" id="2147483650" r:id="R4dd864be1c734db8"/>
    <p:sldLayoutId xmlns:r="http://schemas.openxmlformats.org/officeDocument/2006/relationships" id="2147483651" r:id="Rd44100ece6c14e25"/>
    <p:sldLayoutId xmlns:r="http://schemas.openxmlformats.org/officeDocument/2006/relationships" id="2147483652" r:id="R2112eaa969984550"/>
    <p:sldLayoutId xmlns:r="http://schemas.openxmlformats.org/officeDocument/2006/relationships" id="2147483653" r:id="Rc6ec1c12766a4f50"/>
    <p:sldLayoutId xmlns:r="http://schemas.openxmlformats.org/officeDocument/2006/relationships" id="2147483654" r:id="R34104ebe15c4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b3e4e2593416f" /><Relationship Type="http://schemas.openxmlformats.org/officeDocument/2006/relationships/notesSlide" Target="/ppt/notesSlides/notesSlide1.xml" Id="Ra029dc42c730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e001690d14e8f" /><Relationship Type="http://schemas.openxmlformats.org/officeDocument/2006/relationships/notesSlide" Target="/ppt/notesSlides/notesSlide2.xml" Id="R47989c99007540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1d5ae5dc74320" /><Relationship Type="http://schemas.openxmlformats.org/officeDocument/2006/relationships/notesSlide" Target="/ppt/notesSlides/notesSlide3.xml" Id="R21e68f3ec174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54a89133a4a57" /><Relationship Type="http://schemas.openxmlformats.org/officeDocument/2006/relationships/notesSlide" Target="/ppt/notesSlides/notesSlide4.xml" Id="R04e44a5ca76e4f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a62e21a914546" /><Relationship Type="http://schemas.openxmlformats.org/officeDocument/2006/relationships/notesSlide" Target="/ppt/notesSlides/notesSlide5.xml" Id="R9d89b2b40faa42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3b830c40f4121" /><Relationship Type="http://schemas.openxmlformats.org/officeDocument/2006/relationships/notesSlide" Target="/ppt/notesSlides/notesSlide6.xml" Id="Raf2e50a11b2a47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92815-833D-4146-96DD-A976B8B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143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1F7E0-ADD0-487C-9A4D-9D00A18B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478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defRPr sz="3750" b="1">
                <a:solidFill>
                  <a:srgbClr val="FFFFFF"/>
                </a:solidFill>
              </a:defRPr>
            </a:lvl1pPr>
            <a:lvl2pPr>
              <a:defRPr sz="3750" b="1">
                <a:solidFill>
                  <a:srgbClr val="FFFFFF"/>
                </a:solidFill>
              </a:defRPr>
            </a:lvl2pPr>
            <a:lvl3pPr>
              <a:defRPr sz="3750" b="1">
                <a:solidFill>
                  <a:srgbClr val="FFFFFF"/>
                </a:solidFill>
              </a:defRPr>
            </a:lvl3pPr>
            <a:lvl4pPr>
              <a:defRPr sz="3750" b="1">
                <a:solidFill>
                  <a:srgbClr val="FFFFFF"/>
                </a:solidFill>
              </a:defRPr>
            </a:lvl4pPr>
            <a:lvl5pPr>
              <a:defRPr sz="3750" b="1">
                <a:solidFill>
                  <a:srgbClr val="FFFFFF"/>
                </a:solidFill>
              </a:defRPr>
            </a:lvl5pPr>
            <a:lvl6pPr>
              <a:defRPr sz="3750" b="1">
                <a:solidFill>
                  <a:srgbClr val="FFFFFF"/>
                </a:solidFill>
              </a:defRPr>
            </a:lvl6pPr>
            <a:lvl7pPr>
              <a:defRPr sz="3750" b="1">
                <a:solidFill>
                  <a:srgbClr val="FFFFFF"/>
                </a:solidFill>
              </a:defRPr>
            </a:lvl7pPr>
            <a:lvl8pPr>
              <a:defRPr sz="3750" b="1">
                <a:solidFill>
                  <a:srgbClr val="FFFFFF"/>
                </a:solidFill>
              </a:defRPr>
            </a:lvl8pPr>
            <a:lvl9pPr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Task Management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DCE97-A239-4E1D-9FB7-1AA165AB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942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D8E8F1"/>
                </a:solidFill>
              </a:defRPr>
            </a:defPPr>
            <a:lvl1pPr>
              <a:defRPr sz="2100" b="0">
                <a:solidFill>
                  <a:srgbClr val="D8E8F1"/>
                </a:solidFill>
              </a:defRPr>
            </a:lvl1pPr>
            <a:lvl2pPr>
              <a:defRPr sz="2100" b="0">
                <a:solidFill>
                  <a:srgbClr val="D8E8F1"/>
                </a:solidFill>
              </a:defRPr>
            </a:lvl2pPr>
            <a:lvl3pPr>
              <a:defRPr sz="2100" b="0">
                <a:solidFill>
                  <a:srgbClr val="D8E8F1"/>
                </a:solidFill>
              </a:defRPr>
            </a:lvl3pPr>
            <a:lvl4pPr>
              <a:defRPr sz="2100" b="0">
                <a:solidFill>
                  <a:srgbClr val="D8E8F1"/>
                </a:solidFill>
              </a:defRPr>
            </a:lvl4pPr>
            <a:lvl5pPr>
              <a:defRPr sz="2100" b="0">
                <a:solidFill>
                  <a:srgbClr val="D8E8F1"/>
                </a:solidFill>
              </a:defRPr>
            </a:lvl5pPr>
            <a:lvl6pPr>
              <a:defRPr sz="2100" b="0">
                <a:solidFill>
                  <a:srgbClr val="D8E8F1"/>
                </a:solidFill>
              </a:defRPr>
            </a:lvl6pPr>
            <a:lvl7pPr>
              <a:defRPr sz="2100" b="0">
                <a:solidFill>
                  <a:srgbClr val="D8E8F1"/>
                </a:solidFill>
              </a:defRPr>
            </a:lvl7pPr>
            <a:lvl8pPr>
              <a:defRPr sz="2100" b="0">
                <a:solidFill>
                  <a:srgbClr val="D8E8F1"/>
                </a:solidFill>
              </a:defRPr>
            </a:lvl8pPr>
            <a:lvl9pPr>
              <a:defRPr sz="2100" b="0">
                <a:solidFill>
                  <a:srgbClr val="D8E8F1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8E8F1"/>
                </a:solidFill>
              </a:defRPr>
            </a:pPr>
            <a:r>
              <a:rPr sz="2100" b="0">
                <a:solidFill>
                  <a:srgbClr val="D8E8F1"/>
                </a:solidFill>
              </a:rPr>
              <a:t>How projects, tasks, roles, and comments fit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4334F-2A67-4E97-9372-AFAC082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18BEB-63F5-4490-9FF6-4474B7DE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FastAPI  ·  SQLAlchemy  ·  MySQL  ·  JWT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496C9-6BF2-484A-8907-BAD05D18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388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B9CBD7"/>
                </a:solidFill>
              </a:defRPr>
            </a:defPPr>
            <a:lvl1pPr>
              <a:defRPr sz="1275" b="0">
                <a:solidFill>
                  <a:srgbClr val="B9CBD7"/>
                </a:solidFill>
              </a:defRPr>
            </a:lvl1pPr>
            <a:lvl2pPr>
              <a:defRPr sz="1275" b="0">
                <a:solidFill>
                  <a:srgbClr val="B9CBD7"/>
                </a:solidFill>
              </a:defRPr>
            </a:lvl2pPr>
            <a:lvl3pPr>
              <a:defRPr sz="1275" b="0">
                <a:solidFill>
                  <a:srgbClr val="B9CBD7"/>
                </a:solidFill>
              </a:defRPr>
            </a:lvl3pPr>
            <a:lvl4pPr>
              <a:defRPr sz="1275" b="0">
                <a:solidFill>
                  <a:srgbClr val="B9CBD7"/>
                </a:solidFill>
              </a:defRPr>
            </a:lvl4pPr>
            <a:lvl5pPr>
              <a:defRPr sz="1275" b="0">
                <a:solidFill>
                  <a:srgbClr val="B9CBD7"/>
                </a:solidFill>
              </a:defRPr>
            </a:lvl5pPr>
            <a:lvl6pPr>
              <a:defRPr sz="1275" b="0">
                <a:solidFill>
                  <a:srgbClr val="B9CBD7"/>
                </a:solidFill>
              </a:defRPr>
            </a:lvl6pPr>
            <a:lvl7pPr>
              <a:defRPr sz="1275" b="0">
                <a:solidFill>
                  <a:srgbClr val="B9CBD7"/>
                </a:solidFill>
              </a:defRPr>
            </a:lvl7pPr>
            <a:lvl8pPr>
              <a:defRPr sz="1275" b="0">
                <a:solidFill>
                  <a:srgbClr val="B9CBD7"/>
                </a:solidFill>
              </a:defRPr>
            </a:lvl8pPr>
            <a:lvl9pPr>
              <a:defRPr sz="1275" b="0">
                <a:solidFill>
                  <a:srgbClr val="B9CBD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9CBD7"/>
                </a:solidFill>
              </a:defRPr>
            </a:pPr>
            <a:r>
              <a:rPr sz="1275" b="0">
                <a:solidFill>
                  <a:srgbClr val="B9CBD7"/>
                </a:solidFill>
              </a:rPr>
              <a:t>A simple walkthrough for a technical review</a:t>
            </a:r>
          </a:p>
        </p:txBody>
      </p:sp>
    </p:spTree>
    <p:extLst>
      <p:ext uri="{BB962C8B-B14F-4D97-AF65-F5344CB8AC3E}">
        <p14:creationId xmlns:p14="http://schemas.microsoft.com/office/powerpoint/2010/main" val="895344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65FE4-095E-4DCC-B057-9C88AA8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5031C-976C-47F7-AF69-2A5815E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Business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80C11-C980-4AED-9477-6504F2F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3D2A9-89E9-4556-91C9-CC9C037F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TASK MANAGEMENT API  •  BEGINNER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B2450-73B0-409C-9305-6858C49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00C7A-43C9-4040-AAE4-0E08EE59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2095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6D17C-46BE-4118-B888-979374EC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239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  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91CD5-66DB-42B6-9842-4D25E038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049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33746"/>
                </a:solidFill>
              </a:defRPr>
            </a:defPPr>
            <a:lvl1pPr>
              <a:defRPr sz="1650" b="0">
                <a:solidFill>
                  <a:srgbClr val="233746"/>
                </a:solidFill>
              </a:defRPr>
            </a:lvl1pPr>
            <a:lvl2pPr>
              <a:defRPr sz="1650" b="0">
                <a:solidFill>
                  <a:srgbClr val="233746"/>
                </a:solidFill>
              </a:defRPr>
            </a:lvl2pPr>
            <a:lvl3pPr>
              <a:defRPr sz="1650" b="0">
                <a:solidFill>
                  <a:srgbClr val="233746"/>
                </a:solidFill>
              </a:defRPr>
            </a:lvl3pPr>
            <a:lvl4pPr>
              <a:defRPr sz="1650" b="0">
                <a:solidFill>
                  <a:srgbClr val="233746"/>
                </a:solidFill>
              </a:defRPr>
            </a:lvl4pPr>
            <a:lvl5pPr>
              <a:defRPr sz="1650" b="0">
                <a:solidFill>
                  <a:srgbClr val="233746"/>
                </a:solidFill>
              </a:defRPr>
            </a:lvl5pPr>
            <a:lvl6pPr>
              <a:defRPr sz="1650" b="0">
                <a:solidFill>
                  <a:srgbClr val="233746"/>
                </a:solidFill>
              </a:defRPr>
            </a:lvl6pPr>
            <a:lvl7pPr>
              <a:defRPr sz="1650" b="0">
                <a:solidFill>
                  <a:srgbClr val="233746"/>
                </a:solidFill>
              </a:defRPr>
            </a:lvl7pPr>
            <a:lvl8pPr>
              <a:defRPr sz="1650" b="0">
                <a:solidFill>
                  <a:srgbClr val="233746"/>
                </a:solidFill>
              </a:defRPr>
            </a:lvl8pPr>
            <a:lvl9pPr>
              <a:defRPr sz="16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</a:defRPr>
            </a:pPr>
            <a:r>
              <a:rPr sz="1650" b="0">
                <a:solidFill>
                  <a:srgbClr val="233746"/>
                </a:solidFill>
              </a:rPr>
              <a:t>Register and log in. The API returns a secure token.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318ED-0C8D-431A-8811-D1DC4AC3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573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647789"/>
                </a:solidFill>
              </a:defRPr>
            </a:defPPr>
            <a:lvl1pPr>
              <a:defRPr sz="1650" b="1">
                <a:solidFill>
                  <a:srgbClr val="647789"/>
                </a:solidFill>
              </a:defRPr>
            </a:lvl1pPr>
            <a:lvl2pPr>
              <a:defRPr sz="1650" b="1">
                <a:solidFill>
                  <a:srgbClr val="647789"/>
                </a:solidFill>
              </a:defRPr>
            </a:lvl2pPr>
            <a:lvl3pPr>
              <a:defRPr sz="1650" b="1">
                <a:solidFill>
                  <a:srgbClr val="647789"/>
                </a:solidFill>
              </a:defRPr>
            </a:lvl3pPr>
            <a:lvl4pPr>
              <a:defRPr sz="1650" b="1">
                <a:solidFill>
                  <a:srgbClr val="647789"/>
                </a:solidFill>
              </a:defRPr>
            </a:lvl4pPr>
            <a:lvl5pPr>
              <a:defRPr sz="1650" b="1">
                <a:solidFill>
                  <a:srgbClr val="647789"/>
                </a:solidFill>
              </a:defRPr>
            </a:lvl5pPr>
            <a:lvl6pPr>
              <a:defRPr sz="1650" b="1">
                <a:solidFill>
                  <a:srgbClr val="647789"/>
                </a:solidFill>
              </a:defRPr>
            </a:lvl6pPr>
            <a:lvl7pPr>
              <a:defRPr sz="1650" b="1">
                <a:solidFill>
                  <a:srgbClr val="647789"/>
                </a:solidFill>
              </a:defRPr>
            </a:lvl7pPr>
            <a:lvl8pPr>
              <a:defRPr sz="1650" b="1">
                <a:solidFill>
                  <a:srgbClr val="647789"/>
                </a:solidFill>
              </a:defRPr>
            </a:lvl8pPr>
            <a:lvl9pPr>
              <a:defRPr sz="16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7789"/>
                </a:solidFill>
              </a:defRPr>
            </a:pPr>
            <a:r>
              <a:rPr sz="1650" b="1">
                <a:solidFill>
                  <a:srgbClr val="647789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B24E5-AE77-463A-9A5A-5433F332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2095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D060A-BDF1-478B-AB29-24C18B58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  Organize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E877B-52C9-437E-83D8-EB741B1F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33746"/>
                </a:solidFill>
              </a:defRPr>
            </a:defPPr>
            <a:lvl1pPr>
              <a:defRPr sz="1650" b="0">
                <a:solidFill>
                  <a:srgbClr val="233746"/>
                </a:solidFill>
              </a:defRPr>
            </a:lvl1pPr>
            <a:lvl2pPr>
              <a:defRPr sz="1650" b="0">
                <a:solidFill>
                  <a:srgbClr val="233746"/>
                </a:solidFill>
              </a:defRPr>
            </a:lvl2pPr>
            <a:lvl3pPr>
              <a:defRPr sz="1650" b="0">
                <a:solidFill>
                  <a:srgbClr val="233746"/>
                </a:solidFill>
              </a:defRPr>
            </a:lvl3pPr>
            <a:lvl4pPr>
              <a:defRPr sz="1650" b="0">
                <a:solidFill>
                  <a:srgbClr val="233746"/>
                </a:solidFill>
              </a:defRPr>
            </a:lvl4pPr>
            <a:lvl5pPr>
              <a:defRPr sz="1650" b="0">
                <a:solidFill>
                  <a:srgbClr val="233746"/>
                </a:solidFill>
              </a:defRPr>
            </a:lvl5pPr>
            <a:lvl6pPr>
              <a:defRPr sz="1650" b="0">
                <a:solidFill>
                  <a:srgbClr val="233746"/>
                </a:solidFill>
              </a:defRPr>
            </a:lvl6pPr>
            <a:lvl7pPr>
              <a:defRPr sz="1650" b="0">
                <a:solidFill>
                  <a:srgbClr val="233746"/>
                </a:solidFill>
              </a:defRPr>
            </a:lvl7pPr>
            <a:lvl8pPr>
              <a:defRPr sz="1650" b="0">
                <a:solidFill>
                  <a:srgbClr val="233746"/>
                </a:solidFill>
              </a:defRPr>
            </a:lvl8pPr>
            <a:lvl9pPr>
              <a:defRPr sz="16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</a:defRPr>
            </a:pPr>
            <a:r>
              <a:rPr sz="1650" b="0">
                <a:solidFill>
                  <a:srgbClr val="233746"/>
                </a:solidFill>
              </a:rPr>
              <a:t>A manager creates a project and adds tasks.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ECB09-5191-40F4-BBE1-A78227ED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8130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647789"/>
                </a:solidFill>
              </a:defRPr>
            </a:defPPr>
            <a:lvl1pPr>
              <a:defRPr sz="1650" b="1">
                <a:solidFill>
                  <a:srgbClr val="647789"/>
                </a:solidFill>
              </a:defRPr>
            </a:lvl1pPr>
            <a:lvl2pPr>
              <a:defRPr sz="1650" b="1">
                <a:solidFill>
                  <a:srgbClr val="647789"/>
                </a:solidFill>
              </a:defRPr>
            </a:lvl2pPr>
            <a:lvl3pPr>
              <a:defRPr sz="1650" b="1">
                <a:solidFill>
                  <a:srgbClr val="647789"/>
                </a:solidFill>
              </a:defRPr>
            </a:lvl3pPr>
            <a:lvl4pPr>
              <a:defRPr sz="1650" b="1">
                <a:solidFill>
                  <a:srgbClr val="647789"/>
                </a:solidFill>
              </a:defRPr>
            </a:lvl4pPr>
            <a:lvl5pPr>
              <a:defRPr sz="1650" b="1">
                <a:solidFill>
                  <a:srgbClr val="647789"/>
                </a:solidFill>
              </a:defRPr>
            </a:lvl5pPr>
            <a:lvl6pPr>
              <a:defRPr sz="1650" b="1">
                <a:solidFill>
                  <a:srgbClr val="647789"/>
                </a:solidFill>
              </a:defRPr>
            </a:lvl6pPr>
            <a:lvl7pPr>
              <a:defRPr sz="1650" b="1">
                <a:solidFill>
                  <a:srgbClr val="647789"/>
                </a:solidFill>
              </a:defRPr>
            </a:lvl7pPr>
            <a:lvl8pPr>
              <a:defRPr sz="1650" b="1">
                <a:solidFill>
                  <a:srgbClr val="647789"/>
                </a:solidFill>
              </a:defRPr>
            </a:lvl8pPr>
            <a:lvl9pPr>
              <a:defRPr sz="16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7789"/>
                </a:solidFill>
              </a:defRPr>
            </a:pPr>
            <a:r>
              <a:rPr sz="1650" b="1">
                <a:solidFill>
                  <a:srgbClr val="647789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B6C99-75FC-46B3-999D-01262C1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095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ECAE6-5723-4D75-A938-F317EE6B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  Assign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FCBF3-75BC-4F14-B927-6063A283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527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33746"/>
                </a:solidFill>
              </a:defRPr>
            </a:defPPr>
            <a:lvl1pPr>
              <a:defRPr sz="1650" b="0">
                <a:solidFill>
                  <a:srgbClr val="233746"/>
                </a:solidFill>
              </a:defRPr>
            </a:lvl1pPr>
            <a:lvl2pPr>
              <a:defRPr sz="1650" b="0">
                <a:solidFill>
                  <a:srgbClr val="233746"/>
                </a:solidFill>
              </a:defRPr>
            </a:lvl2pPr>
            <a:lvl3pPr>
              <a:defRPr sz="1650" b="0">
                <a:solidFill>
                  <a:srgbClr val="233746"/>
                </a:solidFill>
              </a:defRPr>
            </a:lvl3pPr>
            <a:lvl4pPr>
              <a:defRPr sz="1650" b="0">
                <a:solidFill>
                  <a:srgbClr val="233746"/>
                </a:solidFill>
              </a:defRPr>
            </a:lvl4pPr>
            <a:lvl5pPr>
              <a:defRPr sz="1650" b="0">
                <a:solidFill>
                  <a:srgbClr val="233746"/>
                </a:solidFill>
              </a:defRPr>
            </a:lvl5pPr>
            <a:lvl6pPr>
              <a:defRPr sz="1650" b="0">
                <a:solidFill>
                  <a:srgbClr val="233746"/>
                </a:solidFill>
              </a:defRPr>
            </a:lvl6pPr>
            <a:lvl7pPr>
              <a:defRPr sz="1650" b="0">
                <a:solidFill>
                  <a:srgbClr val="233746"/>
                </a:solidFill>
              </a:defRPr>
            </a:lvl7pPr>
            <a:lvl8pPr>
              <a:defRPr sz="1650" b="0">
                <a:solidFill>
                  <a:srgbClr val="233746"/>
                </a:solidFill>
              </a:defRPr>
            </a:lvl8pPr>
            <a:lvl9pPr>
              <a:defRPr sz="16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</a:defRPr>
            </a:pPr>
            <a:r>
              <a:rPr sz="1650" b="0">
                <a:solidFill>
                  <a:srgbClr val="233746"/>
                </a:solidFill>
              </a:rPr>
              <a:t>Each task is assigned to an active team 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439C5-AFA6-415D-8D95-96EDB5E3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7052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647789"/>
                </a:solidFill>
              </a:defRPr>
            </a:defPPr>
            <a:lvl1pPr>
              <a:defRPr sz="1650" b="1">
                <a:solidFill>
                  <a:srgbClr val="647789"/>
                </a:solidFill>
              </a:defRPr>
            </a:lvl1pPr>
            <a:lvl2pPr>
              <a:defRPr sz="1650" b="1">
                <a:solidFill>
                  <a:srgbClr val="647789"/>
                </a:solidFill>
              </a:defRPr>
            </a:lvl2pPr>
            <a:lvl3pPr>
              <a:defRPr sz="1650" b="1">
                <a:solidFill>
                  <a:srgbClr val="647789"/>
                </a:solidFill>
              </a:defRPr>
            </a:lvl3pPr>
            <a:lvl4pPr>
              <a:defRPr sz="1650" b="1">
                <a:solidFill>
                  <a:srgbClr val="647789"/>
                </a:solidFill>
              </a:defRPr>
            </a:lvl4pPr>
            <a:lvl5pPr>
              <a:defRPr sz="1650" b="1">
                <a:solidFill>
                  <a:srgbClr val="647789"/>
                </a:solidFill>
              </a:defRPr>
            </a:lvl5pPr>
            <a:lvl6pPr>
              <a:defRPr sz="1650" b="1">
                <a:solidFill>
                  <a:srgbClr val="647789"/>
                </a:solidFill>
              </a:defRPr>
            </a:lvl6pPr>
            <a:lvl7pPr>
              <a:defRPr sz="1650" b="1">
                <a:solidFill>
                  <a:srgbClr val="647789"/>
                </a:solidFill>
              </a:defRPr>
            </a:lvl7pPr>
            <a:lvl8pPr>
              <a:defRPr sz="1650" b="1">
                <a:solidFill>
                  <a:srgbClr val="647789"/>
                </a:solidFill>
              </a:defRPr>
            </a:lvl8pPr>
            <a:lvl9pPr>
              <a:defRPr sz="16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7789"/>
                </a:solidFill>
              </a:defRPr>
            </a:pPr>
            <a:r>
              <a:rPr sz="1650" b="1">
                <a:solidFill>
                  <a:srgbClr val="647789"/>
                </a:solidFill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58A5C-2E54-4285-9F40-370DD95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2095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CC869-8FB7-4D73-A5EE-F93F5D06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 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D4EB4-6AD8-4155-A588-7441B67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33746"/>
                </a:solidFill>
              </a:defRPr>
            </a:defPPr>
            <a:lvl1pPr>
              <a:defRPr sz="1650" b="0">
                <a:solidFill>
                  <a:srgbClr val="233746"/>
                </a:solidFill>
              </a:defRPr>
            </a:lvl1pPr>
            <a:lvl2pPr>
              <a:defRPr sz="1650" b="0">
                <a:solidFill>
                  <a:srgbClr val="233746"/>
                </a:solidFill>
              </a:defRPr>
            </a:lvl2pPr>
            <a:lvl3pPr>
              <a:defRPr sz="1650" b="0">
                <a:solidFill>
                  <a:srgbClr val="233746"/>
                </a:solidFill>
              </a:defRPr>
            </a:lvl3pPr>
            <a:lvl4pPr>
              <a:defRPr sz="1650" b="0">
                <a:solidFill>
                  <a:srgbClr val="233746"/>
                </a:solidFill>
              </a:defRPr>
            </a:lvl4pPr>
            <a:lvl5pPr>
              <a:defRPr sz="1650" b="0">
                <a:solidFill>
                  <a:srgbClr val="233746"/>
                </a:solidFill>
              </a:defRPr>
            </a:lvl5pPr>
            <a:lvl6pPr>
              <a:defRPr sz="1650" b="0">
                <a:solidFill>
                  <a:srgbClr val="233746"/>
                </a:solidFill>
              </a:defRPr>
            </a:lvl6pPr>
            <a:lvl7pPr>
              <a:defRPr sz="1650" b="0">
                <a:solidFill>
                  <a:srgbClr val="233746"/>
                </a:solidFill>
              </a:defRPr>
            </a:lvl7pPr>
            <a:lvl8pPr>
              <a:defRPr sz="1650" b="0">
                <a:solidFill>
                  <a:srgbClr val="233746"/>
                </a:solidFill>
              </a:defRPr>
            </a:lvl8pPr>
            <a:lvl9pPr>
              <a:defRPr sz="16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</a:defRPr>
            </a:pPr>
            <a:r>
              <a:rPr sz="1650" b="0">
                <a:solidFill>
                  <a:srgbClr val="233746"/>
                </a:solidFill>
              </a:rPr>
              <a:t>The assignee moves the task through its four statuses.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EB262-AED0-43ED-93B1-1F45EE69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291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647789"/>
                </a:solidFill>
              </a:defRPr>
            </a:defPPr>
            <a:lvl1pPr>
              <a:defRPr sz="1650" b="1">
                <a:solidFill>
                  <a:srgbClr val="647789"/>
                </a:solidFill>
              </a:defRPr>
            </a:lvl1pPr>
            <a:lvl2pPr>
              <a:defRPr sz="1650" b="1">
                <a:solidFill>
                  <a:srgbClr val="647789"/>
                </a:solidFill>
              </a:defRPr>
            </a:lvl2pPr>
            <a:lvl3pPr>
              <a:defRPr sz="1650" b="1">
                <a:solidFill>
                  <a:srgbClr val="647789"/>
                </a:solidFill>
              </a:defRPr>
            </a:lvl3pPr>
            <a:lvl4pPr>
              <a:defRPr sz="1650" b="1">
                <a:solidFill>
                  <a:srgbClr val="647789"/>
                </a:solidFill>
              </a:defRPr>
            </a:lvl4pPr>
            <a:lvl5pPr>
              <a:defRPr sz="1650" b="1">
                <a:solidFill>
                  <a:srgbClr val="647789"/>
                </a:solidFill>
              </a:defRPr>
            </a:lvl5pPr>
            <a:lvl6pPr>
              <a:defRPr sz="1650" b="1">
                <a:solidFill>
                  <a:srgbClr val="647789"/>
                </a:solidFill>
              </a:defRPr>
            </a:lvl6pPr>
            <a:lvl7pPr>
              <a:defRPr sz="1650" b="1">
                <a:solidFill>
                  <a:srgbClr val="647789"/>
                </a:solidFill>
              </a:defRPr>
            </a:lvl7pPr>
            <a:lvl8pPr>
              <a:defRPr sz="1650" b="1">
                <a:solidFill>
                  <a:srgbClr val="647789"/>
                </a:solidFill>
              </a:defRPr>
            </a:lvl8pPr>
            <a:lvl9pPr>
              <a:defRPr sz="16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47789"/>
                </a:solidFill>
              </a:defRPr>
            </a:pPr>
            <a:r>
              <a:rPr sz="1650" b="1">
                <a:solidFill>
                  <a:srgbClr val="647789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04ADB-A956-42BB-83B3-715C6FCE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0955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B2034-7194-48D4-B460-F9C80049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  <a:lvl1pPr>
              <a:defRPr sz="1725" b="1">
                <a:solidFill>
                  <a:srgbClr val="FFFFFF"/>
                </a:solidFill>
              </a:defRPr>
            </a:lvl1pPr>
            <a:lvl2pPr>
              <a:defRPr sz="1725" b="1">
                <a:solidFill>
                  <a:srgbClr val="FFFFFF"/>
                </a:solidFill>
              </a:defRPr>
            </a:lvl2pPr>
            <a:lvl3pPr>
              <a:defRPr sz="1725" b="1">
                <a:solidFill>
                  <a:srgbClr val="FFFFFF"/>
                </a:solidFill>
              </a:defRPr>
            </a:lvl3pPr>
            <a:lvl4pPr>
              <a:defRPr sz="1725" b="1">
                <a:solidFill>
                  <a:srgbClr val="FFFFFF"/>
                </a:solidFill>
              </a:defRPr>
            </a:lvl4pPr>
            <a:lvl5pPr>
              <a:defRPr sz="1725" b="1">
                <a:solidFill>
                  <a:srgbClr val="FFFFFF"/>
                </a:solidFill>
              </a:defRPr>
            </a:lvl5pPr>
            <a:lvl6pPr>
              <a:defRPr sz="1725" b="1">
                <a:solidFill>
                  <a:srgbClr val="FFFFFF"/>
                </a:solidFill>
              </a:defRPr>
            </a:lvl6pPr>
            <a:lvl7pPr>
              <a:defRPr sz="1725" b="1">
                <a:solidFill>
                  <a:srgbClr val="FFFFFF"/>
                </a:solidFill>
              </a:defRPr>
            </a:lvl7pPr>
            <a:lvl8pPr>
              <a:defRPr sz="1725" b="1">
                <a:solidFill>
                  <a:srgbClr val="FFFFFF"/>
                </a:solidFill>
              </a:defRPr>
            </a:lvl8pPr>
            <a:lvl9pPr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  Discuss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FD3ED-34A6-4066-97B3-548C512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33746"/>
                </a:solidFill>
              </a:defRPr>
            </a:defPPr>
            <a:lvl1pPr>
              <a:defRPr sz="1650" b="0">
                <a:solidFill>
                  <a:srgbClr val="233746"/>
                </a:solidFill>
              </a:defRPr>
            </a:lvl1pPr>
            <a:lvl2pPr>
              <a:defRPr sz="1650" b="0">
                <a:solidFill>
                  <a:srgbClr val="233746"/>
                </a:solidFill>
              </a:defRPr>
            </a:lvl2pPr>
            <a:lvl3pPr>
              <a:defRPr sz="1650" b="0">
                <a:solidFill>
                  <a:srgbClr val="233746"/>
                </a:solidFill>
              </a:defRPr>
            </a:lvl3pPr>
            <a:lvl4pPr>
              <a:defRPr sz="1650" b="0">
                <a:solidFill>
                  <a:srgbClr val="233746"/>
                </a:solidFill>
              </a:defRPr>
            </a:lvl4pPr>
            <a:lvl5pPr>
              <a:defRPr sz="1650" b="0">
                <a:solidFill>
                  <a:srgbClr val="233746"/>
                </a:solidFill>
              </a:defRPr>
            </a:lvl5pPr>
            <a:lvl6pPr>
              <a:defRPr sz="1650" b="0">
                <a:solidFill>
                  <a:srgbClr val="233746"/>
                </a:solidFill>
              </a:defRPr>
            </a:lvl6pPr>
            <a:lvl7pPr>
              <a:defRPr sz="1650" b="0">
                <a:solidFill>
                  <a:srgbClr val="233746"/>
                </a:solidFill>
              </a:defRPr>
            </a:lvl7pPr>
            <a:lvl8pPr>
              <a:defRPr sz="1650" b="0">
                <a:solidFill>
                  <a:srgbClr val="233746"/>
                </a:solidFill>
              </a:defRPr>
            </a:lvl8pPr>
            <a:lvl9pPr>
              <a:defRPr sz="16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</a:defRPr>
            </a:pPr>
            <a:r>
              <a:rPr sz="1650" b="0">
                <a:solidFill>
                  <a:srgbClr val="233746"/>
                </a:solidFill>
              </a:rPr>
              <a:t>Team members add comments; authors can remove theirs.</a:t>
            </a:r>
          </a:p>
        </p:txBody>
      </p:sp>
    </p:spTree>
    <p:extLst>
      <p:ext uri="{BB962C8B-B14F-4D97-AF65-F5344CB8AC3E}">
        <p14:creationId xmlns:p14="http://schemas.microsoft.com/office/powerpoint/2010/main" val="929012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48077-7FC9-4D29-BC50-AED38882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4BACC-C76A-4F4C-96C6-2EFA0BE7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8BF88-4046-42BF-B120-B510F832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B5F23-321E-4755-99F0-A0253C7C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TASK MANAGEMENT API  •  BEGINNER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F8528-C04B-4EAB-BF5D-7E4D363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F9F77-402C-4EA4-8A60-1702DD9D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2238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0DF7E-5BF8-4BC3-9477-3EC63642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76450"/>
            <a:ext cx="1971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Client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1CFE6-2584-44E6-B8DB-640129A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76500"/>
            <a:ext cx="1971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Postman or website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F20FB-608D-403C-BDB6-E8E92B4E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D6AA5-873F-46AD-A301-E67BDE4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76450"/>
            <a:ext cx="206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7C4D0-48A6-491B-A3C3-5546CF15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2066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Routes and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2D0E3-59D1-4630-8CA5-5424466E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05000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F97BC-9815-4AFF-9741-0DCA2B8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076450"/>
            <a:ext cx="206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Business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FBEEF-50B8-40ED-B2F4-9B780D7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76500"/>
            <a:ext cx="2066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Roles and task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11E1-C1EE-4895-940E-8CEFA125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1952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ED756-9722-4801-9982-AE6ED4C9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142A1-BA82-4556-A81C-301D52DA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76500"/>
            <a:ext cx="1685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Saved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364D6-E2D1-4D3C-9642-2C6C3E87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479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647789"/>
                </a:solidFill>
              </a:defRPr>
            </a:defPPr>
            <a:lvl1pPr>
              <a:defRPr sz="2550" b="1">
                <a:solidFill>
                  <a:srgbClr val="647789"/>
                </a:solidFill>
              </a:defRPr>
            </a:lvl1pPr>
            <a:lvl2pPr>
              <a:defRPr sz="2550" b="1">
                <a:solidFill>
                  <a:srgbClr val="647789"/>
                </a:solidFill>
              </a:defRPr>
            </a:lvl2pPr>
            <a:lvl3pPr>
              <a:defRPr sz="2550" b="1">
                <a:solidFill>
                  <a:srgbClr val="647789"/>
                </a:solidFill>
              </a:defRPr>
            </a:lvl3pPr>
            <a:lvl4pPr>
              <a:defRPr sz="2550" b="1">
                <a:solidFill>
                  <a:srgbClr val="647789"/>
                </a:solidFill>
              </a:defRPr>
            </a:lvl4pPr>
            <a:lvl5pPr>
              <a:defRPr sz="2550" b="1">
                <a:solidFill>
                  <a:srgbClr val="647789"/>
                </a:solidFill>
              </a:defRPr>
            </a:lvl5pPr>
            <a:lvl6pPr>
              <a:defRPr sz="2550" b="1">
                <a:solidFill>
                  <a:srgbClr val="647789"/>
                </a:solidFill>
              </a:defRPr>
            </a:lvl6pPr>
            <a:lvl7pPr>
              <a:defRPr sz="2550" b="1">
                <a:solidFill>
                  <a:srgbClr val="647789"/>
                </a:solidFill>
              </a:defRPr>
            </a:lvl7pPr>
            <a:lvl8pPr>
              <a:defRPr sz="2550" b="1">
                <a:solidFill>
                  <a:srgbClr val="647789"/>
                </a:solidFill>
              </a:defRPr>
            </a:lvl8pPr>
            <a:lvl9pPr>
              <a:defRPr sz="25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7789"/>
                </a:solidFill>
              </a:defRPr>
            </a:pPr>
            <a:r>
              <a:rPr sz="2550" b="1">
                <a:solidFill>
                  <a:srgbClr val="64778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EF111-07FB-4682-9590-A6F295AE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479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647789"/>
                </a:solidFill>
              </a:defRPr>
            </a:defPPr>
            <a:lvl1pPr>
              <a:defRPr sz="2550" b="1">
                <a:solidFill>
                  <a:srgbClr val="647789"/>
                </a:solidFill>
              </a:defRPr>
            </a:lvl1pPr>
            <a:lvl2pPr>
              <a:defRPr sz="2550" b="1">
                <a:solidFill>
                  <a:srgbClr val="647789"/>
                </a:solidFill>
              </a:defRPr>
            </a:lvl2pPr>
            <a:lvl3pPr>
              <a:defRPr sz="2550" b="1">
                <a:solidFill>
                  <a:srgbClr val="647789"/>
                </a:solidFill>
              </a:defRPr>
            </a:lvl3pPr>
            <a:lvl4pPr>
              <a:defRPr sz="2550" b="1">
                <a:solidFill>
                  <a:srgbClr val="647789"/>
                </a:solidFill>
              </a:defRPr>
            </a:lvl4pPr>
            <a:lvl5pPr>
              <a:defRPr sz="2550" b="1">
                <a:solidFill>
                  <a:srgbClr val="647789"/>
                </a:solidFill>
              </a:defRPr>
            </a:lvl5pPr>
            <a:lvl6pPr>
              <a:defRPr sz="2550" b="1">
                <a:solidFill>
                  <a:srgbClr val="647789"/>
                </a:solidFill>
              </a:defRPr>
            </a:lvl6pPr>
            <a:lvl7pPr>
              <a:defRPr sz="2550" b="1">
                <a:solidFill>
                  <a:srgbClr val="647789"/>
                </a:solidFill>
              </a:defRPr>
            </a:lvl7pPr>
            <a:lvl8pPr>
              <a:defRPr sz="2550" b="1">
                <a:solidFill>
                  <a:srgbClr val="647789"/>
                </a:solidFill>
              </a:defRPr>
            </a:lvl8pPr>
            <a:lvl9pPr>
              <a:defRPr sz="25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7789"/>
                </a:solidFill>
              </a:defRPr>
            </a:pPr>
            <a:r>
              <a:rPr sz="2550" b="1">
                <a:solidFill>
                  <a:srgbClr val="64778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B225B-D1FC-4B10-9572-3A2D26DE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479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647789"/>
                </a:solidFill>
              </a:defRPr>
            </a:defPPr>
            <a:lvl1pPr>
              <a:defRPr sz="2550" b="1">
                <a:solidFill>
                  <a:srgbClr val="647789"/>
                </a:solidFill>
              </a:defRPr>
            </a:lvl1pPr>
            <a:lvl2pPr>
              <a:defRPr sz="2550" b="1">
                <a:solidFill>
                  <a:srgbClr val="647789"/>
                </a:solidFill>
              </a:defRPr>
            </a:lvl2pPr>
            <a:lvl3pPr>
              <a:defRPr sz="2550" b="1">
                <a:solidFill>
                  <a:srgbClr val="647789"/>
                </a:solidFill>
              </a:defRPr>
            </a:lvl3pPr>
            <a:lvl4pPr>
              <a:defRPr sz="2550" b="1">
                <a:solidFill>
                  <a:srgbClr val="647789"/>
                </a:solidFill>
              </a:defRPr>
            </a:lvl4pPr>
            <a:lvl5pPr>
              <a:defRPr sz="2550" b="1">
                <a:solidFill>
                  <a:srgbClr val="647789"/>
                </a:solidFill>
              </a:defRPr>
            </a:lvl5pPr>
            <a:lvl6pPr>
              <a:defRPr sz="2550" b="1">
                <a:solidFill>
                  <a:srgbClr val="647789"/>
                </a:solidFill>
              </a:defRPr>
            </a:lvl6pPr>
            <a:lvl7pPr>
              <a:defRPr sz="2550" b="1">
                <a:solidFill>
                  <a:srgbClr val="647789"/>
                </a:solidFill>
              </a:defRPr>
            </a:lvl7pPr>
            <a:lvl8pPr>
              <a:defRPr sz="2550" b="1">
                <a:solidFill>
                  <a:srgbClr val="647789"/>
                </a:solidFill>
              </a:defRPr>
            </a:lvl8pPr>
            <a:lvl9pPr>
              <a:defRPr sz="2550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47789"/>
                </a:solidFill>
              </a:defRPr>
            </a:pPr>
            <a:r>
              <a:rPr sz="2550" b="1">
                <a:solidFill>
                  <a:srgbClr val="64778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05A14-07E0-4178-94DB-900AFCC6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29050"/>
            <a:ext cx="2333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30C0A-C72A-4295-80CF-3784D84F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B8A83"/>
                </a:solidFill>
              </a:defRPr>
            </a:defPPr>
            <a:lvl1pPr>
              <a:defRPr sz="1575" b="1">
                <a:solidFill>
                  <a:srgbClr val="2B8A83"/>
                </a:solidFill>
              </a:defRPr>
            </a:lvl1pPr>
            <a:lvl2pPr>
              <a:defRPr sz="1575" b="1">
                <a:solidFill>
                  <a:srgbClr val="2B8A83"/>
                </a:solidFill>
              </a:defRPr>
            </a:lvl2pPr>
            <a:lvl3pPr>
              <a:defRPr sz="1575" b="1">
                <a:solidFill>
                  <a:srgbClr val="2B8A83"/>
                </a:solidFill>
              </a:defRPr>
            </a:lvl3pPr>
            <a:lvl4pPr>
              <a:defRPr sz="1575" b="1">
                <a:solidFill>
                  <a:srgbClr val="2B8A83"/>
                </a:solidFill>
              </a:defRPr>
            </a:lvl4pPr>
            <a:lvl5pPr>
              <a:defRPr sz="1575" b="1">
                <a:solidFill>
                  <a:srgbClr val="2B8A83"/>
                </a:solidFill>
              </a:defRPr>
            </a:lvl5pPr>
            <a:lvl6pPr>
              <a:defRPr sz="1575" b="1">
                <a:solidFill>
                  <a:srgbClr val="2B8A83"/>
                </a:solidFill>
              </a:defRPr>
            </a:lvl6pPr>
            <a:lvl7pPr>
              <a:defRPr sz="1575" b="1">
                <a:solidFill>
                  <a:srgbClr val="2B8A83"/>
                </a:solidFill>
              </a:defRPr>
            </a:lvl7pPr>
            <a:lvl8pPr>
              <a:defRPr sz="1575" b="1">
                <a:solidFill>
                  <a:srgbClr val="2B8A83"/>
                </a:solidFill>
              </a:defRPr>
            </a:lvl8pPr>
            <a:lvl9pPr>
              <a:defRPr sz="1575" b="1">
                <a:solidFill>
                  <a:srgbClr val="2B8A8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B8A83"/>
                </a:solidFill>
              </a:defRPr>
            </a:pPr>
            <a:r>
              <a:rPr sz="1575" b="1">
                <a:solidFill>
                  <a:srgbClr val="2B8A83"/>
                </a:solidFill>
              </a:rPr>
              <a:t>JWT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6F49D-36AC-4D31-9337-D7689313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767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33746"/>
                </a:solidFill>
              </a:defRPr>
            </a:defPPr>
            <a:lvl1pPr>
              <a:defRPr sz="1275" b="0">
                <a:solidFill>
                  <a:srgbClr val="233746"/>
                </a:solidFill>
              </a:defRPr>
            </a:lvl1pPr>
            <a:lvl2pPr>
              <a:defRPr sz="1275" b="0">
                <a:solidFill>
                  <a:srgbClr val="233746"/>
                </a:solidFill>
              </a:defRPr>
            </a:lvl2pPr>
            <a:lvl3pPr>
              <a:defRPr sz="1275" b="0">
                <a:solidFill>
                  <a:srgbClr val="233746"/>
                </a:solidFill>
              </a:defRPr>
            </a:lvl3pPr>
            <a:lvl4pPr>
              <a:defRPr sz="1275" b="0">
                <a:solidFill>
                  <a:srgbClr val="233746"/>
                </a:solidFill>
              </a:defRPr>
            </a:lvl4pPr>
            <a:lvl5pPr>
              <a:defRPr sz="1275" b="0">
                <a:solidFill>
                  <a:srgbClr val="233746"/>
                </a:solidFill>
              </a:defRPr>
            </a:lvl5pPr>
            <a:lvl6pPr>
              <a:defRPr sz="1275" b="0">
                <a:solidFill>
                  <a:srgbClr val="233746"/>
                </a:solidFill>
              </a:defRPr>
            </a:lvl6pPr>
            <a:lvl7pPr>
              <a:defRPr sz="1275" b="0">
                <a:solidFill>
                  <a:srgbClr val="233746"/>
                </a:solidFill>
              </a:defRPr>
            </a:lvl7pPr>
            <a:lvl8pPr>
              <a:defRPr sz="1275" b="0">
                <a:solidFill>
                  <a:srgbClr val="233746"/>
                </a:solidFill>
              </a:defRPr>
            </a:lvl8pPr>
            <a:lvl9pPr>
              <a:defRPr sz="1275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</a:defRPr>
            </a:pPr>
            <a:r>
              <a:rPr sz="1275" b="0">
                <a:solidFill>
                  <a:srgbClr val="233746"/>
                </a:solidFill>
              </a:rPr>
              <a:t>Identifies the signed-in user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05042-0F59-4B79-930C-9F88ED3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9050"/>
            <a:ext cx="23336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2918A-891A-401F-8BEE-9AD9AC39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43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B6F9C"/>
                </a:solidFill>
              </a:defRPr>
            </a:defPPr>
            <a:lvl1pPr>
              <a:defRPr sz="1575" b="1">
                <a:solidFill>
                  <a:srgbClr val="2B6F9C"/>
                </a:solidFill>
              </a:defRPr>
            </a:lvl1pPr>
            <a:lvl2pPr>
              <a:defRPr sz="1575" b="1">
                <a:solidFill>
                  <a:srgbClr val="2B6F9C"/>
                </a:solidFill>
              </a:defRPr>
            </a:lvl2pPr>
            <a:lvl3pPr>
              <a:defRPr sz="1575" b="1">
                <a:solidFill>
                  <a:srgbClr val="2B6F9C"/>
                </a:solidFill>
              </a:defRPr>
            </a:lvl3pPr>
            <a:lvl4pPr>
              <a:defRPr sz="1575" b="1">
                <a:solidFill>
                  <a:srgbClr val="2B6F9C"/>
                </a:solidFill>
              </a:defRPr>
            </a:lvl4pPr>
            <a:lvl5pPr>
              <a:defRPr sz="1575" b="1">
                <a:solidFill>
                  <a:srgbClr val="2B6F9C"/>
                </a:solidFill>
              </a:defRPr>
            </a:lvl5pPr>
            <a:lvl6pPr>
              <a:defRPr sz="1575" b="1">
                <a:solidFill>
                  <a:srgbClr val="2B6F9C"/>
                </a:solidFill>
              </a:defRPr>
            </a:lvl6pPr>
            <a:lvl7pPr>
              <a:defRPr sz="1575" b="1">
                <a:solidFill>
                  <a:srgbClr val="2B6F9C"/>
                </a:solidFill>
              </a:defRPr>
            </a:lvl7pPr>
            <a:lvl8pPr>
              <a:defRPr sz="1575" b="1">
                <a:solidFill>
                  <a:srgbClr val="2B6F9C"/>
                </a:solidFill>
              </a:defRPr>
            </a:lvl8pPr>
            <a:lvl9pPr>
              <a:defRPr sz="1575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B6F9C"/>
                </a:solidFill>
              </a:defRPr>
            </a:pPr>
            <a:r>
              <a:rPr sz="1575" b="1">
                <a:solidFill>
                  <a:srgbClr val="2B6F9C"/>
                </a:solidFill>
              </a:rPr>
              <a:t>Alembic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420D6-3082-43F7-9CA1-7C999620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767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33746"/>
                </a:solidFill>
              </a:defRPr>
            </a:defPPr>
            <a:lvl1pPr>
              <a:defRPr sz="1275" b="0">
                <a:solidFill>
                  <a:srgbClr val="233746"/>
                </a:solidFill>
              </a:defRPr>
            </a:lvl1pPr>
            <a:lvl2pPr>
              <a:defRPr sz="1275" b="0">
                <a:solidFill>
                  <a:srgbClr val="233746"/>
                </a:solidFill>
              </a:defRPr>
            </a:lvl2pPr>
            <a:lvl3pPr>
              <a:defRPr sz="1275" b="0">
                <a:solidFill>
                  <a:srgbClr val="233746"/>
                </a:solidFill>
              </a:defRPr>
            </a:lvl3pPr>
            <a:lvl4pPr>
              <a:defRPr sz="1275" b="0">
                <a:solidFill>
                  <a:srgbClr val="233746"/>
                </a:solidFill>
              </a:defRPr>
            </a:lvl4pPr>
            <a:lvl5pPr>
              <a:defRPr sz="1275" b="0">
                <a:solidFill>
                  <a:srgbClr val="233746"/>
                </a:solidFill>
              </a:defRPr>
            </a:lvl5pPr>
            <a:lvl6pPr>
              <a:defRPr sz="1275" b="0">
                <a:solidFill>
                  <a:srgbClr val="233746"/>
                </a:solidFill>
              </a:defRPr>
            </a:lvl6pPr>
            <a:lvl7pPr>
              <a:defRPr sz="1275" b="0">
                <a:solidFill>
                  <a:srgbClr val="233746"/>
                </a:solidFill>
              </a:defRPr>
            </a:lvl7pPr>
            <a:lvl8pPr>
              <a:defRPr sz="1275" b="0">
                <a:solidFill>
                  <a:srgbClr val="233746"/>
                </a:solidFill>
              </a:defRPr>
            </a:lvl8pPr>
            <a:lvl9pPr>
              <a:defRPr sz="1275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</a:defRPr>
            </a:pPr>
            <a:r>
              <a:rPr sz="1275" b="0">
                <a:solidFill>
                  <a:srgbClr val="233746"/>
                </a:solidFill>
              </a:rPr>
              <a:t>Tracks database changes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B02AE-04F2-4AC8-9494-7A1EF4BC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233746"/>
                </a:solidFill>
              </a:defRPr>
            </a:defPPr>
            <a:lvl1pPr>
              <a:defRPr sz="1650" b="0">
                <a:solidFill>
                  <a:srgbClr val="233746"/>
                </a:solidFill>
              </a:defRPr>
            </a:lvl1pPr>
            <a:lvl2pPr>
              <a:defRPr sz="1650" b="0">
                <a:solidFill>
                  <a:srgbClr val="233746"/>
                </a:solidFill>
              </a:defRPr>
            </a:lvl2pPr>
            <a:lvl3pPr>
              <a:defRPr sz="1650" b="0">
                <a:solidFill>
                  <a:srgbClr val="233746"/>
                </a:solidFill>
              </a:defRPr>
            </a:lvl3pPr>
            <a:lvl4pPr>
              <a:defRPr sz="1650" b="0">
                <a:solidFill>
                  <a:srgbClr val="233746"/>
                </a:solidFill>
              </a:defRPr>
            </a:lvl4pPr>
            <a:lvl5pPr>
              <a:defRPr sz="1650" b="0">
                <a:solidFill>
                  <a:srgbClr val="233746"/>
                </a:solidFill>
              </a:defRPr>
            </a:lvl5pPr>
            <a:lvl6pPr>
              <a:defRPr sz="1650" b="0">
                <a:solidFill>
                  <a:srgbClr val="233746"/>
                </a:solidFill>
              </a:defRPr>
            </a:lvl6pPr>
            <a:lvl7pPr>
              <a:defRPr sz="1650" b="0">
                <a:solidFill>
                  <a:srgbClr val="233746"/>
                </a:solidFill>
              </a:defRPr>
            </a:lvl7pPr>
            <a:lvl8pPr>
              <a:defRPr sz="1650" b="0">
                <a:solidFill>
                  <a:srgbClr val="233746"/>
                </a:solidFill>
              </a:defRPr>
            </a:lvl8pPr>
            <a:lvl9pPr>
              <a:defRPr sz="16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</a:defRPr>
            </a:pPr>
            <a:r>
              <a:rPr sz="1650" b="0">
                <a:solidFill>
                  <a:srgbClr val="233746"/>
                </a:solidFill>
              </a:rPr>
              <a:t>A request is checked, handled by the matching rule, and then saved through SQLAlchemy.</a:t>
            </a:r>
          </a:p>
        </p:txBody>
      </p:sp>
    </p:spTree>
    <p:extLst>
      <p:ext uri="{BB962C8B-B14F-4D97-AF65-F5344CB8AC3E}">
        <p14:creationId xmlns:p14="http://schemas.microsoft.com/office/powerpoint/2010/main" val="1520998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AF66B-AA73-4C96-B7DB-224B77C6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41C71-E6B4-46B6-87AD-452CD9D6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Database tables and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A177D-DAF6-40E5-AAC5-DE1A6E5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CA5D2-701E-4B39-B28E-98AC3DE2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TASK MANAGEMENT API  •  BEGINNER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C36E7-5A05-44EB-8D12-B41AB366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60290-8BA8-4B29-B615-8A9DE012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23432-8889-4FA0-B2F0-5298CFF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BEACD-FBDC-426D-9843-40406AC9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8C4B8-EE55-49FB-93C8-23AD0591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33746"/>
                </a:solidFill>
              </a:defRPr>
            </a:defPPr>
            <a:lvl1pPr>
              <a:defRPr sz="1350" b="0">
                <a:solidFill>
                  <a:srgbClr val="233746"/>
                </a:solidFill>
              </a:defRPr>
            </a:lvl1pPr>
            <a:lvl2pPr>
              <a:defRPr sz="1350" b="0">
                <a:solidFill>
                  <a:srgbClr val="233746"/>
                </a:solidFill>
              </a:defRPr>
            </a:lvl2pPr>
            <a:lvl3pPr>
              <a:defRPr sz="1350" b="0">
                <a:solidFill>
                  <a:srgbClr val="233746"/>
                </a:solidFill>
              </a:defRPr>
            </a:lvl3pPr>
            <a:lvl4pPr>
              <a:defRPr sz="1350" b="0">
                <a:solidFill>
                  <a:srgbClr val="233746"/>
                </a:solidFill>
              </a:defRPr>
            </a:lvl4pPr>
            <a:lvl5pPr>
              <a:defRPr sz="1350" b="0">
                <a:solidFill>
                  <a:srgbClr val="233746"/>
                </a:solidFill>
              </a:defRPr>
            </a:lvl5pPr>
            <a:lvl6pPr>
              <a:defRPr sz="1350" b="0">
                <a:solidFill>
                  <a:srgbClr val="233746"/>
                </a:solidFill>
              </a:defRPr>
            </a:lvl6pPr>
            <a:lvl7pPr>
              <a:defRPr sz="1350" b="0">
                <a:solidFill>
                  <a:srgbClr val="233746"/>
                </a:solidFill>
              </a:defRPr>
            </a:lvl7pPr>
            <a:lvl8pPr>
              <a:defRPr sz="1350" b="0">
                <a:solidFill>
                  <a:srgbClr val="233746"/>
                </a:solidFill>
              </a:defRPr>
            </a:lvl8pPr>
            <a:lvl9pPr>
              <a:defRPr sz="13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id, name, email</a:t>
            </a:r>
          </a:p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role, is_active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89F83-7ED1-47F0-9332-2559297C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0AE12-07A0-421F-A22F-B056B6ED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11AB0-217D-48BA-A54D-12DF7670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AD1B7-1943-45CB-B710-853E243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8597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33746"/>
                </a:solidFill>
              </a:defRPr>
            </a:defPPr>
            <a:lvl1pPr>
              <a:defRPr sz="1350" b="0">
                <a:solidFill>
                  <a:srgbClr val="233746"/>
                </a:solidFill>
              </a:defRPr>
            </a:lvl1pPr>
            <a:lvl2pPr>
              <a:defRPr sz="1350" b="0">
                <a:solidFill>
                  <a:srgbClr val="233746"/>
                </a:solidFill>
              </a:defRPr>
            </a:lvl2pPr>
            <a:lvl3pPr>
              <a:defRPr sz="1350" b="0">
                <a:solidFill>
                  <a:srgbClr val="233746"/>
                </a:solidFill>
              </a:defRPr>
            </a:lvl3pPr>
            <a:lvl4pPr>
              <a:defRPr sz="1350" b="0">
                <a:solidFill>
                  <a:srgbClr val="233746"/>
                </a:solidFill>
              </a:defRPr>
            </a:lvl4pPr>
            <a:lvl5pPr>
              <a:defRPr sz="1350" b="0">
                <a:solidFill>
                  <a:srgbClr val="233746"/>
                </a:solidFill>
              </a:defRPr>
            </a:lvl5pPr>
            <a:lvl6pPr>
              <a:defRPr sz="1350" b="0">
                <a:solidFill>
                  <a:srgbClr val="233746"/>
                </a:solidFill>
              </a:defRPr>
            </a:lvl6pPr>
            <a:lvl7pPr>
              <a:defRPr sz="1350" b="0">
                <a:solidFill>
                  <a:srgbClr val="233746"/>
                </a:solidFill>
              </a:defRPr>
            </a:lvl7pPr>
            <a:lvl8pPr>
              <a:defRPr sz="1350" b="0">
                <a:solidFill>
                  <a:srgbClr val="233746"/>
                </a:solidFill>
              </a:defRPr>
            </a:lvl8pPr>
            <a:lvl9pPr>
              <a:defRPr sz="13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id, manager_id</a:t>
            </a:r>
          </a:p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name, description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D67DB-DF12-428D-9FC3-79848715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71625"/>
            <a:ext cx="238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0434C-7EC3-46DE-9380-567372DF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716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113D3-98BE-4334-B67A-8527103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4067D-7018-4E8C-9661-3CD0C876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85975"/>
            <a:ext cx="2038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33746"/>
                </a:solidFill>
              </a:defRPr>
            </a:defPPr>
            <a:lvl1pPr>
              <a:defRPr sz="1350" b="0">
                <a:solidFill>
                  <a:srgbClr val="233746"/>
                </a:solidFill>
              </a:defRPr>
            </a:lvl1pPr>
            <a:lvl2pPr>
              <a:defRPr sz="1350" b="0">
                <a:solidFill>
                  <a:srgbClr val="233746"/>
                </a:solidFill>
              </a:defRPr>
            </a:lvl2pPr>
            <a:lvl3pPr>
              <a:defRPr sz="1350" b="0">
                <a:solidFill>
                  <a:srgbClr val="233746"/>
                </a:solidFill>
              </a:defRPr>
            </a:lvl3pPr>
            <a:lvl4pPr>
              <a:defRPr sz="1350" b="0">
                <a:solidFill>
                  <a:srgbClr val="233746"/>
                </a:solidFill>
              </a:defRPr>
            </a:lvl4pPr>
            <a:lvl5pPr>
              <a:defRPr sz="1350" b="0">
                <a:solidFill>
                  <a:srgbClr val="233746"/>
                </a:solidFill>
              </a:defRPr>
            </a:lvl5pPr>
            <a:lvl6pPr>
              <a:defRPr sz="1350" b="0">
                <a:solidFill>
                  <a:srgbClr val="233746"/>
                </a:solidFill>
              </a:defRPr>
            </a:lvl6pPr>
            <a:lvl7pPr>
              <a:defRPr sz="1350" b="0">
                <a:solidFill>
                  <a:srgbClr val="233746"/>
                </a:solidFill>
              </a:defRPr>
            </a:lvl7pPr>
            <a:lvl8pPr>
              <a:defRPr sz="1350" b="0">
                <a:solidFill>
                  <a:srgbClr val="233746"/>
                </a:solidFill>
              </a:defRPr>
            </a:lvl8pPr>
            <a:lvl9pPr>
              <a:defRPr sz="13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id, project_id</a:t>
            </a:r>
          </a:p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assignee_id, status</a:t>
            </a:r>
          </a:p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priority, due_date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A7194-5F53-4DFE-A724-82D6401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0E4CB-6132-4368-91E3-B080307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957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B711B-367F-4292-8574-F2363F47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4337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657BF-A98A-4232-BD5E-D62614B6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10100"/>
            <a:ext cx="1990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33746"/>
                </a:solidFill>
              </a:defRPr>
            </a:defPPr>
            <a:lvl1pPr>
              <a:defRPr sz="1350" b="0">
                <a:solidFill>
                  <a:srgbClr val="233746"/>
                </a:solidFill>
              </a:defRPr>
            </a:lvl1pPr>
            <a:lvl2pPr>
              <a:defRPr sz="1350" b="0">
                <a:solidFill>
                  <a:srgbClr val="233746"/>
                </a:solidFill>
              </a:defRPr>
            </a:lvl2pPr>
            <a:lvl3pPr>
              <a:defRPr sz="1350" b="0">
                <a:solidFill>
                  <a:srgbClr val="233746"/>
                </a:solidFill>
              </a:defRPr>
            </a:lvl3pPr>
            <a:lvl4pPr>
              <a:defRPr sz="1350" b="0">
                <a:solidFill>
                  <a:srgbClr val="233746"/>
                </a:solidFill>
              </a:defRPr>
            </a:lvl4pPr>
            <a:lvl5pPr>
              <a:defRPr sz="1350" b="0">
                <a:solidFill>
                  <a:srgbClr val="233746"/>
                </a:solidFill>
              </a:defRPr>
            </a:lvl5pPr>
            <a:lvl6pPr>
              <a:defRPr sz="1350" b="0">
                <a:solidFill>
                  <a:srgbClr val="233746"/>
                </a:solidFill>
              </a:defRPr>
            </a:lvl6pPr>
            <a:lvl7pPr>
              <a:defRPr sz="1350" b="0">
                <a:solidFill>
                  <a:srgbClr val="233746"/>
                </a:solidFill>
              </a:defRPr>
            </a:lvl7pPr>
            <a:lvl8pPr>
              <a:defRPr sz="1350" b="0">
                <a:solidFill>
                  <a:srgbClr val="233746"/>
                </a:solidFill>
              </a:defRPr>
            </a:lvl8pPr>
            <a:lvl9pPr>
              <a:defRPr sz="13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id, task_id</a:t>
            </a:r>
          </a:p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author_id, content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0F427-68AE-496C-AC7F-59465E65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24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7789"/>
                </a:solidFill>
              </a:defRPr>
            </a:defPPr>
            <a:lvl1pPr>
              <a:defRPr sz="1275" b="1">
                <a:solidFill>
                  <a:srgbClr val="647789"/>
                </a:solidFill>
              </a:defRPr>
            </a:lvl1pPr>
            <a:lvl2pPr>
              <a:defRPr sz="1275" b="1">
                <a:solidFill>
                  <a:srgbClr val="647789"/>
                </a:solidFill>
              </a:defRPr>
            </a:lvl2pPr>
            <a:lvl3pPr>
              <a:defRPr sz="1275" b="1">
                <a:solidFill>
                  <a:srgbClr val="647789"/>
                </a:solidFill>
              </a:defRPr>
            </a:lvl3pPr>
            <a:lvl4pPr>
              <a:defRPr sz="1275" b="1">
                <a:solidFill>
                  <a:srgbClr val="647789"/>
                </a:solidFill>
              </a:defRPr>
            </a:lvl4pPr>
            <a:lvl5pPr>
              <a:defRPr sz="1275" b="1">
                <a:solidFill>
                  <a:srgbClr val="647789"/>
                </a:solidFill>
              </a:defRPr>
            </a:lvl5pPr>
            <a:lvl6pPr>
              <a:defRPr sz="1275" b="1">
                <a:solidFill>
                  <a:srgbClr val="647789"/>
                </a:solidFill>
              </a:defRPr>
            </a:lvl6pPr>
            <a:lvl7pPr>
              <a:defRPr sz="1275" b="1">
                <a:solidFill>
                  <a:srgbClr val="647789"/>
                </a:solidFill>
              </a:defRPr>
            </a:lvl7pPr>
            <a:lvl8pPr>
              <a:defRPr sz="1275" b="1">
                <a:solidFill>
                  <a:srgbClr val="647789"/>
                </a:solidFill>
              </a:defRPr>
            </a:lvl8pPr>
            <a:lvl9pPr>
              <a:defRPr sz="12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7789"/>
                </a:solidFill>
              </a:defRPr>
            </a:pPr>
            <a:r>
              <a:rPr sz="1275" b="1">
                <a:solidFill>
                  <a:srgbClr val="647789"/>
                </a:solidFill>
              </a:rPr>
              <a:t>1 manager → many projects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AF784-9C34-4989-A0A7-F33650D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24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7789"/>
                </a:solidFill>
              </a:defRPr>
            </a:defPPr>
            <a:lvl1pPr>
              <a:defRPr sz="1275" b="1">
                <a:solidFill>
                  <a:srgbClr val="647789"/>
                </a:solidFill>
              </a:defRPr>
            </a:lvl1pPr>
            <a:lvl2pPr>
              <a:defRPr sz="1275" b="1">
                <a:solidFill>
                  <a:srgbClr val="647789"/>
                </a:solidFill>
              </a:defRPr>
            </a:lvl2pPr>
            <a:lvl3pPr>
              <a:defRPr sz="1275" b="1">
                <a:solidFill>
                  <a:srgbClr val="647789"/>
                </a:solidFill>
              </a:defRPr>
            </a:lvl3pPr>
            <a:lvl4pPr>
              <a:defRPr sz="1275" b="1">
                <a:solidFill>
                  <a:srgbClr val="647789"/>
                </a:solidFill>
              </a:defRPr>
            </a:lvl4pPr>
            <a:lvl5pPr>
              <a:defRPr sz="1275" b="1">
                <a:solidFill>
                  <a:srgbClr val="647789"/>
                </a:solidFill>
              </a:defRPr>
            </a:lvl5pPr>
            <a:lvl6pPr>
              <a:defRPr sz="1275" b="1">
                <a:solidFill>
                  <a:srgbClr val="647789"/>
                </a:solidFill>
              </a:defRPr>
            </a:lvl6pPr>
            <a:lvl7pPr>
              <a:defRPr sz="1275" b="1">
                <a:solidFill>
                  <a:srgbClr val="647789"/>
                </a:solidFill>
              </a:defRPr>
            </a:lvl7pPr>
            <a:lvl8pPr>
              <a:defRPr sz="1275" b="1">
                <a:solidFill>
                  <a:srgbClr val="647789"/>
                </a:solidFill>
              </a:defRPr>
            </a:lvl8pPr>
            <a:lvl9pPr>
              <a:defRPr sz="12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7789"/>
                </a:solidFill>
              </a:defRPr>
            </a:pPr>
            <a:r>
              <a:rPr sz="1275" b="1">
                <a:solidFill>
                  <a:srgbClr val="647789"/>
                </a:solidFill>
              </a:rPr>
              <a:t>1 project → many 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592B1-B2A9-46C0-A4A5-127FAB1C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7789"/>
                </a:solidFill>
              </a:defRPr>
            </a:defPPr>
            <a:lvl1pPr>
              <a:defRPr sz="1275" b="1">
                <a:solidFill>
                  <a:srgbClr val="647789"/>
                </a:solidFill>
              </a:defRPr>
            </a:lvl1pPr>
            <a:lvl2pPr>
              <a:defRPr sz="1275" b="1">
                <a:solidFill>
                  <a:srgbClr val="647789"/>
                </a:solidFill>
              </a:defRPr>
            </a:lvl2pPr>
            <a:lvl3pPr>
              <a:defRPr sz="1275" b="1">
                <a:solidFill>
                  <a:srgbClr val="647789"/>
                </a:solidFill>
              </a:defRPr>
            </a:lvl3pPr>
            <a:lvl4pPr>
              <a:defRPr sz="1275" b="1">
                <a:solidFill>
                  <a:srgbClr val="647789"/>
                </a:solidFill>
              </a:defRPr>
            </a:lvl4pPr>
            <a:lvl5pPr>
              <a:defRPr sz="1275" b="1">
                <a:solidFill>
                  <a:srgbClr val="647789"/>
                </a:solidFill>
              </a:defRPr>
            </a:lvl5pPr>
            <a:lvl6pPr>
              <a:defRPr sz="1275" b="1">
                <a:solidFill>
                  <a:srgbClr val="647789"/>
                </a:solidFill>
              </a:defRPr>
            </a:lvl6pPr>
            <a:lvl7pPr>
              <a:defRPr sz="1275" b="1">
                <a:solidFill>
                  <a:srgbClr val="647789"/>
                </a:solidFill>
              </a:defRPr>
            </a:lvl7pPr>
            <a:lvl8pPr>
              <a:defRPr sz="1275" b="1">
                <a:solidFill>
                  <a:srgbClr val="647789"/>
                </a:solidFill>
              </a:defRPr>
            </a:lvl8pPr>
            <a:lvl9pPr>
              <a:defRPr sz="12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7789"/>
                </a:solidFill>
              </a:defRPr>
            </a:pPr>
            <a:r>
              <a:rPr sz="1275" b="1">
                <a:solidFill>
                  <a:srgbClr val="647789"/>
                </a:solidFill>
              </a:rPr>
              <a:t>1 member → many assigned tasks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5657F-E239-4D42-8A9D-2576636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1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7789"/>
                </a:solidFill>
              </a:defRPr>
            </a:defPPr>
            <a:lvl1pPr>
              <a:defRPr sz="1275" b="1">
                <a:solidFill>
                  <a:srgbClr val="647789"/>
                </a:solidFill>
              </a:defRPr>
            </a:lvl1pPr>
            <a:lvl2pPr>
              <a:defRPr sz="1275" b="1">
                <a:solidFill>
                  <a:srgbClr val="647789"/>
                </a:solidFill>
              </a:defRPr>
            </a:lvl2pPr>
            <a:lvl3pPr>
              <a:defRPr sz="1275" b="1">
                <a:solidFill>
                  <a:srgbClr val="647789"/>
                </a:solidFill>
              </a:defRPr>
            </a:lvl3pPr>
            <a:lvl4pPr>
              <a:defRPr sz="1275" b="1">
                <a:solidFill>
                  <a:srgbClr val="647789"/>
                </a:solidFill>
              </a:defRPr>
            </a:lvl4pPr>
            <a:lvl5pPr>
              <a:defRPr sz="1275" b="1">
                <a:solidFill>
                  <a:srgbClr val="647789"/>
                </a:solidFill>
              </a:defRPr>
            </a:lvl5pPr>
            <a:lvl6pPr>
              <a:defRPr sz="1275" b="1">
                <a:solidFill>
                  <a:srgbClr val="647789"/>
                </a:solidFill>
              </a:defRPr>
            </a:lvl6pPr>
            <a:lvl7pPr>
              <a:defRPr sz="1275" b="1">
                <a:solidFill>
                  <a:srgbClr val="647789"/>
                </a:solidFill>
              </a:defRPr>
            </a:lvl7pPr>
            <a:lvl8pPr>
              <a:defRPr sz="1275" b="1">
                <a:solidFill>
                  <a:srgbClr val="647789"/>
                </a:solidFill>
              </a:defRPr>
            </a:lvl8pPr>
            <a:lvl9pPr>
              <a:defRPr sz="12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7789"/>
                </a:solidFill>
              </a:defRPr>
            </a:pPr>
            <a:r>
              <a:rPr sz="1275" b="1">
                <a:solidFill>
                  <a:srgbClr val="647789"/>
                </a:solidFill>
              </a:rPr>
              <a:t>1 task → many comments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C3846-EE3F-4FE9-8B0D-53FC0BD9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33746"/>
                </a:solidFill>
              </a:defRPr>
            </a:defPPr>
            <a:lvl1pPr>
              <a:defRPr sz="1350" b="0">
                <a:solidFill>
                  <a:srgbClr val="233746"/>
                </a:solidFill>
              </a:defRPr>
            </a:lvl1pPr>
            <a:lvl2pPr>
              <a:defRPr sz="1350" b="0">
                <a:solidFill>
                  <a:srgbClr val="233746"/>
                </a:solidFill>
              </a:defRPr>
            </a:lvl2pPr>
            <a:lvl3pPr>
              <a:defRPr sz="1350" b="0">
                <a:solidFill>
                  <a:srgbClr val="233746"/>
                </a:solidFill>
              </a:defRPr>
            </a:lvl3pPr>
            <a:lvl4pPr>
              <a:defRPr sz="1350" b="0">
                <a:solidFill>
                  <a:srgbClr val="233746"/>
                </a:solidFill>
              </a:defRPr>
            </a:lvl4pPr>
            <a:lvl5pPr>
              <a:defRPr sz="1350" b="0">
                <a:solidFill>
                  <a:srgbClr val="233746"/>
                </a:solidFill>
              </a:defRPr>
            </a:lvl5pPr>
            <a:lvl6pPr>
              <a:defRPr sz="1350" b="0">
                <a:solidFill>
                  <a:srgbClr val="233746"/>
                </a:solidFill>
              </a:defRPr>
            </a:lvl6pPr>
            <a:lvl7pPr>
              <a:defRPr sz="1350" b="0">
                <a:solidFill>
                  <a:srgbClr val="233746"/>
                </a:solidFill>
              </a:defRPr>
            </a:lvl7pPr>
            <a:lvl8pPr>
              <a:defRPr sz="1350" b="0">
                <a:solidFill>
                  <a:srgbClr val="233746"/>
                </a:solidFill>
              </a:defRPr>
            </a:lvl8pPr>
            <a:lvl9pPr>
              <a:defRPr sz="135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</a:defRPr>
            </a:pPr>
            <a:r>
              <a:rPr sz="1350" b="0">
                <a:solidFill>
                  <a:srgbClr val="233746"/>
                </a:solidFill>
              </a:rPr>
              <a:t>Foreign keys connect records. Deleting a project also removes its tasks and comments.</a:t>
            </a:r>
          </a:p>
        </p:txBody>
      </p:sp>
    </p:spTree>
    <p:extLst>
      <p:ext uri="{BB962C8B-B14F-4D97-AF65-F5344CB8AC3E}">
        <p14:creationId xmlns:p14="http://schemas.microsoft.com/office/powerpoint/2010/main" val="1438786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400ED-8EF7-4CC2-84B4-3A16D54B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F6560-850B-4255-93B2-1287DC1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Rules that protect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98217-CE16-491E-A1B6-B805066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B55CD-48CB-4B03-B49E-31F003B4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TASK MANAGEMENT API  •  BEGINNER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B5EB7-21F8-44CA-991A-307B23FC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9082D-C4F6-47DE-997E-A065354E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B6F9C"/>
                </a:solidFill>
              </a:defRPr>
            </a:defPPr>
            <a:lvl1pPr>
              <a:defRPr sz="1725" b="1">
                <a:solidFill>
                  <a:srgbClr val="2B6F9C"/>
                </a:solidFill>
              </a:defRPr>
            </a:lvl1pPr>
            <a:lvl2pPr>
              <a:defRPr sz="1725" b="1">
                <a:solidFill>
                  <a:srgbClr val="2B6F9C"/>
                </a:solidFill>
              </a:defRPr>
            </a:lvl2pPr>
            <a:lvl3pPr>
              <a:defRPr sz="1725" b="1">
                <a:solidFill>
                  <a:srgbClr val="2B6F9C"/>
                </a:solidFill>
              </a:defRPr>
            </a:lvl3pPr>
            <a:lvl4pPr>
              <a:defRPr sz="1725" b="1">
                <a:solidFill>
                  <a:srgbClr val="2B6F9C"/>
                </a:solidFill>
              </a:defRPr>
            </a:lvl4pPr>
            <a:lvl5pPr>
              <a:defRPr sz="1725" b="1">
                <a:solidFill>
                  <a:srgbClr val="2B6F9C"/>
                </a:solidFill>
              </a:defRPr>
            </a:lvl5pPr>
            <a:lvl6pPr>
              <a:defRPr sz="1725" b="1">
                <a:solidFill>
                  <a:srgbClr val="2B6F9C"/>
                </a:solidFill>
              </a:defRPr>
            </a:lvl6pPr>
            <a:lvl7pPr>
              <a:defRPr sz="1725" b="1">
                <a:solidFill>
                  <a:srgbClr val="2B6F9C"/>
                </a:solidFill>
              </a:defRPr>
            </a:lvl7pPr>
            <a:lvl8pPr>
              <a:defRPr sz="1725" b="1">
                <a:solidFill>
                  <a:srgbClr val="2B6F9C"/>
                </a:solidFill>
              </a:defRPr>
            </a:lvl8pPr>
            <a:lvl9pPr>
              <a:defRPr sz="1725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B6F9C"/>
                </a:solidFill>
              </a:defRPr>
            </a:pPr>
            <a:r>
              <a:rPr sz="1725" b="1">
                <a:solidFill>
                  <a:srgbClr val="2B6F9C"/>
                </a:solidFill>
              </a:rPr>
              <a:t>Project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30A11-4339-4E17-AB52-8B128B0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33746"/>
                </a:solidFill>
              </a:defRPr>
            </a:defPPr>
            <a:lvl1pPr>
              <a:defRPr sz="1575" b="0">
                <a:solidFill>
                  <a:srgbClr val="233746"/>
                </a:solidFill>
              </a:defRPr>
            </a:lvl1pPr>
            <a:lvl2pPr>
              <a:defRPr sz="1575" b="0">
                <a:solidFill>
                  <a:srgbClr val="233746"/>
                </a:solidFill>
              </a:defRPr>
            </a:lvl2pPr>
            <a:lvl3pPr>
              <a:defRPr sz="1575" b="0">
                <a:solidFill>
                  <a:srgbClr val="233746"/>
                </a:solidFill>
              </a:defRPr>
            </a:lvl3pPr>
            <a:lvl4pPr>
              <a:defRPr sz="1575" b="0">
                <a:solidFill>
                  <a:srgbClr val="233746"/>
                </a:solidFill>
              </a:defRPr>
            </a:lvl4pPr>
            <a:lvl5pPr>
              <a:defRPr sz="1575" b="0">
                <a:solidFill>
                  <a:srgbClr val="233746"/>
                </a:solidFill>
              </a:defRPr>
            </a:lvl5pPr>
            <a:lvl6pPr>
              <a:defRPr sz="1575" b="0">
                <a:solidFill>
                  <a:srgbClr val="233746"/>
                </a:solidFill>
              </a:defRPr>
            </a:lvl6pPr>
            <a:lvl7pPr>
              <a:defRPr sz="1575" b="0">
                <a:solidFill>
                  <a:srgbClr val="233746"/>
                </a:solidFill>
              </a:defRPr>
            </a:lvl7pPr>
            <a:lvl8pPr>
              <a:defRPr sz="1575" b="0">
                <a:solidFill>
                  <a:srgbClr val="233746"/>
                </a:solidFill>
              </a:defRPr>
            </a:lvl8pPr>
            <a:lvl9pPr>
              <a:defRPr sz="1575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746"/>
                </a:solidFill>
              </a:defRPr>
            </a:pPr>
            <a:r>
              <a:rPr sz="1575" b="0">
                <a:solidFill>
                  <a:srgbClr val="233746"/>
                </a:solidFill>
              </a:rPr>
              <a:t>Creates projects and manages tasks only in projects they 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7492B-3C35-4416-A42B-777BE03F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B4EEF-5DD2-4C62-835B-069AD30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B6F9C"/>
                </a:solidFill>
              </a:defRPr>
            </a:defPPr>
            <a:lvl1pPr>
              <a:defRPr sz="1725" b="1">
                <a:solidFill>
                  <a:srgbClr val="2B6F9C"/>
                </a:solidFill>
              </a:defRPr>
            </a:lvl1pPr>
            <a:lvl2pPr>
              <a:defRPr sz="1725" b="1">
                <a:solidFill>
                  <a:srgbClr val="2B6F9C"/>
                </a:solidFill>
              </a:defRPr>
            </a:lvl2pPr>
            <a:lvl3pPr>
              <a:defRPr sz="1725" b="1">
                <a:solidFill>
                  <a:srgbClr val="2B6F9C"/>
                </a:solidFill>
              </a:defRPr>
            </a:lvl3pPr>
            <a:lvl4pPr>
              <a:defRPr sz="1725" b="1">
                <a:solidFill>
                  <a:srgbClr val="2B6F9C"/>
                </a:solidFill>
              </a:defRPr>
            </a:lvl4pPr>
            <a:lvl5pPr>
              <a:defRPr sz="1725" b="1">
                <a:solidFill>
                  <a:srgbClr val="2B6F9C"/>
                </a:solidFill>
              </a:defRPr>
            </a:lvl5pPr>
            <a:lvl6pPr>
              <a:defRPr sz="1725" b="1">
                <a:solidFill>
                  <a:srgbClr val="2B6F9C"/>
                </a:solidFill>
              </a:defRPr>
            </a:lvl6pPr>
            <a:lvl7pPr>
              <a:defRPr sz="1725" b="1">
                <a:solidFill>
                  <a:srgbClr val="2B6F9C"/>
                </a:solidFill>
              </a:defRPr>
            </a:lvl7pPr>
            <a:lvl8pPr>
              <a:defRPr sz="1725" b="1">
                <a:solidFill>
                  <a:srgbClr val="2B6F9C"/>
                </a:solidFill>
              </a:defRPr>
            </a:lvl8pPr>
            <a:lvl9pPr>
              <a:defRPr sz="1725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B6F9C"/>
                </a:solidFill>
              </a:defRPr>
            </a:pPr>
            <a:r>
              <a:rPr sz="1725" b="1">
                <a:solidFill>
                  <a:srgbClr val="2B6F9C"/>
                </a:solidFill>
              </a:rPr>
              <a:t>Assigned member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548A8-D9F6-4C1E-82CD-7289FACB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479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33746"/>
                </a:solidFill>
              </a:defRPr>
            </a:defPPr>
            <a:lvl1pPr>
              <a:defRPr sz="1575" b="0">
                <a:solidFill>
                  <a:srgbClr val="233746"/>
                </a:solidFill>
              </a:defRPr>
            </a:lvl1pPr>
            <a:lvl2pPr>
              <a:defRPr sz="1575" b="0">
                <a:solidFill>
                  <a:srgbClr val="233746"/>
                </a:solidFill>
              </a:defRPr>
            </a:lvl2pPr>
            <a:lvl3pPr>
              <a:defRPr sz="1575" b="0">
                <a:solidFill>
                  <a:srgbClr val="233746"/>
                </a:solidFill>
              </a:defRPr>
            </a:lvl3pPr>
            <a:lvl4pPr>
              <a:defRPr sz="1575" b="0">
                <a:solidFill>
                  <a:srgbClr val="233746"/>
                </a:solidFill>
              </a:defRPr>
            </a:lvl4pPr>
            <a:lvl5pPr>
              <a:defRPr sz="1575" b="0">
                <a:solidFill>
                  <a:srgbClr val="233746"/>
                </a:solidFill>
              </a:defRPr>
            </a:lvl5pPr>
            <a:lvl6pPr>
              <a:defRPr sz="1575" b="0">
                <a:solidFill>
                  <a:srgbClr val="233746"/>
                </a:solidFill>
              </a:defRPr>
            </a:lvl6pPr>
            <a:lvl7pPr>
              <a:defRPr sz="1575" b="0">
                <a:solidFill>
                  <a:srgbClr val="233746"/>
                </a:solidFill>
              </a:defRPr>
            </a:lvl7pPr>
            <a:lvl8pPr>
              <a:defRPr sz="1575" b="0">
                <a:solidFill>
                  <a:srgbClr val="233746"/>
                </a:solidFill>
              </a:defRPr>
            </a:lvl8pPr>
            <a:lvl9pPr>
              <a:defRPr sz="1575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746"/>
                </a:solidFill>
              </a:defRPr>
            </a:pPr>
            <a:r>
              <a:rPr sz="1575" b="0">
                <a:solidFill>
                  <a:srgbClr val="233746"/>
                </a:solidFill>
              </a:rPr>
              <a:t>Updates only their task, one status step at a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7ECEB-6C19-4854-967E-6279EF4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8FAB0-75C8-4B9B-9655-B4C0DAB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B6F9C"/>
                </a:solidFill>
              </a:defRPr>
            </a:defPPr>
            <a:lvl1pPr>
              <a:defRPr sz="1725" b="1">
                <a:solidFill>
                  <a:srgbClr val="2B6F9C"/>
                </a:solidFill>
              </a:defRPr>
            </a:lvl1pPr>
            <a:lvl2pPr>
              <a:defRPr sz="1725" b="1">
                <a:solidFill>
                  <a:srgbClr val="2B6F9C"/>
                </a:solidFill>
              </a:defRPr>
            </a:lvl2pPr>
            <a:lvl3pPr>
              <a:defRPr sz="1725" b="1">
                <a:solidFill>
                  <a:srgbClr val="2B6F9C"/>
                </a:solidFill>
              </a:defRPr>
            </a:lvl3pPr>
            <a:lvl4pPr>
              <a:defRPr sz="1725" b="1">
                <a:solidFill>
                  <a:srgbClr val="2B6F9C"/>
                </a:solidFill>
              </a:defRPr>
            </a:lvl4pPr>
            <a:lvl5pPr>
              <a:defRPr sz="1725" b="1">
                <a:solidFill>
                  <a:srgbClr val="2B6F9C"/>
                </a:solidFill>
              </a:defRPr>
            </a:lvl5pPr>
            <a:lvl6pPr>
              <a:defRPr sz="1725" b="1">
                <a:solidFill>
                  <a:srgbClr val="2B6F9C"/>
                </a:solidFill>
              </a:defRPr>
            </a:lvl6pPr>
            <a:lvl7pPr>
              <a:defRPr sz="1725" b="1">
                <a:solidFill>
                  <a:srgbClr val="2B6F9C"/>
                </a:solidFill>
              </a:defRPr>
            </a:lvl7pPr>
            <a:lvl8pPr>
              <a:defRPr sz="1725" b="1">
                <a:solidFill>
                  <a:srgbClr val="2B6F9C"/>
                </a:solidFill>
              </a:defRPr>
            </a:lvl8pPr>
            <a:lvl9pPr>
              <a:defRPr sz="1725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B6F9C"/>
                </a:solidFill>
              </a:defRPr>
            </a:pPr>
            <a:r>
              <a:rPr sz="1725" b="1">
                <a:solidFill>
                  <a:srgbClr val="2B6F9C"/>
                </a:solidFill>
              </a:rPr>
              <a:t>Any signed-in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3B4BF-A6B0-4326-B211-A1B227D8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47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33746"/>
                </a:solidFill>
              </a:defRPr>
            </a:defPPr>
            <a:lvl1pPr>
              <a:defRPr sz="1575" b="0">
                <a:solidFill>
                  <a:srgbClr val="233746"/>
                </a:solidFill>
              </a:defRPr>
            </a:lvl1pPr>
            <a:lvl2pPr>
              <a:defRPr sz="1575" b="0">
                <a:solidFill>
                  <a:srgbClr val="233746"/>
                </a:solidFill>
              </a:defRPr>
            </a:lvl2pPr>
            <a:lvl3pPr>
              <a:defRPr sz="1575" b="0">
                <a:solidFill>
                  <a:srgbClr val="233746"/>
                </a:solidFill>
              </a:defRPr>
            </a:lvl3pPr>
            <a:lvl4pPr>
              <a:defRPr sz="1575" b="0">
                <a:solidFill>
                  <a:srgbClr val="233746"/>
                </a:solidFill>
              </a:defRPr>
            </a:lvl4pPr>
            <a:lvl5pPr>
              <a:defRPr sz="1575" b="0">
                <a:solidFill>
                  <a:srgbClr val="233746"/>
                </a:solidFill>
              </a:defRPr>
            </a:lvl5pPr>
            <a:lvl6pPr>
              <a:defRPr sz="1575" b="0">
                <a:solidFill>
                  <a:srgbClr val="233746"/>
                </a:solidFill>
              </a:defRPr>
            </a:lvl6pPr>
            <a:lvl7pPr>
              <a:defRPr sz="1575" b="0">
                <a:solidFill>
                  <a:srgbClr val="233746"/>
                </a:solidFill>
              </a:defRPr>
            </a:lvl7pPr>
            <a:lvl8pPr>
              <a:defRPr sz="1575" b="0">
                <a:solidFill>
                  <a:srgbClr val="233746"/>
                </a:solidFill>
              </a:defRPr>
            </a:lvl8pPr>
            <a:lvl9pPr>
              <a:defRPr sz="1575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746"/>
                </a:solidFill>
              </a:defRPr>
            </a:pPr>
            <a:r>
              <a:rPr sz="1575" b="0">
                <a:solidFill>
                  <a:srgbClr val="233746"/>
                </a:solidFill>
              </a:rPr>
              <a:t>Can read assigned tasks and add task comments.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1AF3F-2D6A-46BD-90EA-167C19AD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5FABE-8663-474E-B9FF-93D0222F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B8A83"/>
                </a:solidFill>
              </a:defRPr>
            </a:defPPr>
            <a:lvl1pPr>
              <a:defRPr sz="1725" b="1">
                <a:solidFill>
                  <a:srgbClr val="2B8A83"/>
                </a:solidFill>
              </a:defRPr>
            </a:lvl1pPr>
            <a:lvl2pPr>
              <a:defRPr sz="1725" b="1">
                <a:solidFill>
                  <a:srgbClr val="2B8A83"/>
                </a:solidFill>
              </a:defRPr>
            </a:lvl2pPr>
            <a:lvl3pPr>
              <a:defRPr sz="1725" b="1">
                <a:solidFill>
                  <a:srgbClr val="2B8A83"/>
                </a:solidFill>
              </a:defRPr>
            </a:lvl3pPr>
            <a:lvl4pPr>
              <a:defRPr sz="1725" b="1">
                <a:solidFill>
                  <a:srgbClr val="2B8A83"/>
                </a:solidFill>
              </a:defRPr>
            </a:lvl4pPr>
            <a:lvl5pPr>
              <a:defRPr sz="1725" b="1">
                <a:solidFill>
                  <a:srgbClr val="2B8A83"/>
                </a:solidFill>
              </a:defRPr>
            </a:lvl5pPr>
            <a:lvl6pPr>
              <a:defRPr sz="1725" b="1">
                <a:solidFill>
                  <a:srgbClr val="2B8A83"/>
                </a:solidFill>
              </a:defRPr>
            </a:lvl6pPr>
            <a:lvl7pPr>
              <a:defRPr sz="1725" b="1">
                <a:solidFill>
                  <a:srgbClr val="2B8A83"/>
                </a:solidFill>
              </a:defRPr>
            </a:lvl7pPr>
            <a:lvl8pPr>
              <a:defRPr sz="1725" b="1">
                <a:solidFill>
                  <a:srgbClr val="2B8A83"/>
                </a:solidFill>
              </a:defRPr>
            </a:lvl8pPr>
            <a:lvl9pPr>
              <a:defRPr sz="1725" b="1">
                <a:solidFill>
                  <a:srgbClr val="2B8A8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B8A83"/>
                </a:solidFill>
              </a:defRPr>
            </a:pPr>
            <a:r>
              <a:rPr sz="1725" b="1">
                <a:solidFill>
                  <a:srgbClr val="2B8A83"/>
                </a:solidFill>
              </a:rPr>
              <a:t>Comment author or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47737-16AC-4074-828F-A0D3AC9D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815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233746"/>
                </a:solidFill>
              </a:defRPr>
            </a:defPPr>
            <a:lvl1pPr>
              <a:defRPr sz="1575" b="0">
                <a:solidFill>
                  <a:srgbClr val="233746"/>
                </a:solidFill>
              </a:defRPr>
            </a:lvl1pPr>
            <a:lvl2pPr>
              <a:defRPr sz="1575" b="0">
                <a:solidFill>
                  <a:srgbClr val="233746"/>
                </a:solidFill>
              </a:defRPr>
            </a:lvl2pPr>
            <a:lvl3pPr>
              <a:defRPr sz="1575" b="0">
                <a:solidFill>
                  <a:srgbClr val="233746"/>
                </a:solidFill>
              </a:defRPr>
            </a:lvl3pPr>
            <a:lvl4pPr>
              <a:defRPr sz="1575" b="0">
                <a:solidFill>
                  <a:srgbClr val="233746"/>
                </a:solidFill>
              </a:defRPr>
            </a:lvl4pPr>
            <a:lvl5pPr>
              <a:defRPr sz="1575" b="0">
                <a:solidFill>
                  <a:srgbClr val="233746"/>
                </a:solidFill>
              </a:defRPr>
            </a:lvl5pPr>
            <a:lvl6pPr>
              <a:defRPr sz="1575" b="0">
                <a:solidFill>
                  <a:srgbClr val="233746"/>
                </a:solidFill>
              </a:defRPr>
            </a:lvl6pPr>
            <a:lvl7pPr>
              <a:defRPr sz="1575" b="0">
                <a:solidFill>
                  <a:srgbClr val="233746"/>
                </a:solidFill>
              </a:defRPr>
            </a:lvl7pPr>
            <a:lvl8pPr>
              <a:defRPr sz="1575" b="0">
                <a:solidFill>
                  <a:srgbClr val="233746"/>
                </a:solidFill>
              </a:defRPr>
            </a:lvl8pPr>
            <a:lvl9pPr>
              <a:defRPr sz="1575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33746"/>
                </a:solidFill>
              </a:defRPr>
            </a:pPr>
            <a:r>
              <a:rPr sz="1575" b="0">
                <a:solidFill>
                  <a:srgbClr val="233746"/>
                </a:solidFill>
              </a:rPr>
              <a:t>Can delete a comment. Admin can manage all projects and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E17C5-9961-4DAE-B3E2-BBDDAF83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28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BA9E6-1A63-4751-B737-413852D2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81675"/>
            <a:ext cx="1000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B8A83"/>
                </a:solidFill>
              </a:defRPr>
            </a:defPPr>
            <a:lvl1pPr>
              <a:defRPr sz="1575" b="1">
                <a:solidFill>
                  <a:srgbClr val="2B8A83"/>
                </a:solidFill>
              </a:defRPr>
            </a:lvl1pPr>
            <a:lvl2pPr>
              <a:defRPr sz="1575" b="1">
                <a:solidFill>
                  <a:srgbClr val="2B8A83"/>
                </a:solidFill>
              </a:defRPr>
            </a:lvl2pPr>
            <a:lvl3pPr>
              <a:defRPr sz="1575" b="1">
                <a:solidFill>
                  <a:srgbClr val="2B8A83"/>
                </a:solidFill>
              </a:defRPr>
            </a:lvl3pPr>
            <a:lvl4pPr>
              <a:defRPr sz="1575" b="1">
                <a:solidFill>
                  <a:srgbClr val="2B8A83"/>
                </a:solidFill>
              </a:defRPr>
            </a:lvl4pPr>
            <a:lvl5pPr>
              <a:defRPr sz="1575" b="1">
                <a:solidFill>
                  <a:srgbClr val="2B8A83"/>
                </a:solidFill>
              </a:defRPr>
            </a:lvl5pPr>
            <a:lvl6pPr>
              <a:defRPr sz="1575" b="1">
                <a:solidFill>
                  <a:srgbClr val="2B8A83"/>
                </a:solidFill>
              </a:defRPr>
            </a:lvl6pPr>
            <a:lvl7pPr>
              <a:defRPr sz="1575" b="1">
                <a:solidFill>
                  <a:srgbClr val="2B8A83"/>
                </a:solidFill>
              </a:defRPr>
            </a:lvl7pPr>
            <a:lvl8pPr>
              <a:defRPr sz="1575" b="1">
                <a:solidFill>
                  <a:srgbClr val="2B8A83"/>
                </a:solidFill>
              </a:defRPr>
            </a:lvl8pPr>
            <a:lvl9pPr>
              <a:defRPr sz="1575" b="1">
                <a:solidFill>
                  <a:srgbClr val="2B8A8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B8A83"/>
                </a:solidFill>
              </a:defRPr>
            </a:pPr>
            <a:r>
              <a:rPr sz="1575" b="1">
                <a:solidFill>
                  <a:srgbClr val="2B8A83"/>
                </a:solidFill>
              </a:rPr>
              <a:t>todo  →  in_progress  →  review  →  done</a:t>
            </a:r>
          </a:p>
        </p:txBody>
      </p:sp>
    </p:spTree>
    <p:extLst>
      <p:ext uri="{BB962C8B-B14F-4D97-AF65-F5344CB8AC3E}">
        <p14:creationId xmlns:p14="http://schemas.microsoft.com/office/powerpoint/2010/main" val="1086727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21408-C084-44BE-9EDF-E4E15869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57F9E-58A9-48BC-B43B-662A48F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324D"/>
                </a:solidFill>
              </a:defRPr>
            </a:defPPr>
            <a:lvl1pPr>
              <a:defRPr sz="2550" b="1">
                <a:solidFill>
                  <a:srgbClr val="17324D"/>
                </a:solidFill>
              </a:defRPr>
            </a:lvl1pPr>
            <a:lvl2pPr>
              <a:defRPr sz="2550" b="1">
                <a:solidFill>
                  <a:srgbClr val="17324D"/>
                </a:solidFill>
              </a:defRPr>
            </a:lvl2pPr>
            <a:lvl3pPr>
              <a:defRPr sz="2550" b="1">
                <a:solidFill>
                  <a:srgbClr val="17324D"/>
                </a:solidFill>
              </a:defRPr>
            </a:lvl3pPr>
            <a:lvl4pPr>
              <a:defRPr sz="2550" b="1">
                <a:solidFill>
                  <a:srgbClr val="17324D"/>
                </a:solidFill>
              </a:defRPr>
            </a:lvl4pPr>
            <a:lvl5pPr>
              <a:defRPr sz="2550" b="1">
                <a:solidFill>
                  <a:srgbClr val="17324D"/>
                </a:solidFill>
              </a:defRPr>
            </a:lvl5pPr>
            <a:lvl6pPr>
              <a:defRPr sz="2550" b="1">
                <a:solidFill>
                  <a:srgbClr val="17324D"/>
                </a:solidFill>
              </a:defRPr>
            </a:lvl6pPr>
            <a:lvl7pPr>
              <a:defRPr sz="2550" b="1">
                <a:solidFill>
                  <a:srgbClr val="17324D"/>
                </a:solidFill>
              </a:defRPr>
            </a:lvl7pPr>
            <a:lvl8pPr>
              <a:defRPr sz="2550" b="1">
                <a:solidFill>
                  <a:srgbClr val="17324D"/>
                </a:solidFill>
              </a:defRPr>
            </a:lvl8pPr>
            <a:lvl9pPr>
              <a:defRPr sz="25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API groups and running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B0EA1-932E-4C88-A52E-46D54B3A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11001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3A76A-B465-496C-B30B-B558698D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TASK MANAGEMENT API  •  BEGINNER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5968C-FD9D-48D9-917A-4647E805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647789"/>
                </a:solidFill>
              </a:defRPr>
            </a:defPPr>
            <a:lvl1pPr>
              <a:defRPr sz="975" b="1">
                <a:solidFill>
                  <a:srgbClr val="647789"/>
                </a:solidFill>
              </a:defRPr>
            </a:lvl1pPr>
            <a:lvl2pPr>
              <a:defRPr sz="975" b="1">
                <a:solidFill>
                  <a:srgbClr val="647789"/>
                </a:solidFill>
              </a:defRPr>
            </a:lvl2pPr>
            <a:lvl3pPr>
              <a:defRPr sz="975" b="1">
                <a:solidFill>
                  <a:srgbClr val="647789"/>
                </a:solidFill>
              </a:defRPr>
            </a:lvl3pPr>
            <a:lvl4pPr>
              <a:defRPr sz="975" b="1">
                <a:solidFill>
                  <a:srgbClr val="647789"/>
                </a:solidFill>
              </a:defRPr>
            </a:lvl4pPr>
            <a:lvl5pPr>
              <a:defRPr sz="975" b="1">
                <a:solidFill>
                  <a:srgbClr val="647789"/>
                </a:solidFill>
              </a:defRPr>
            </a:lvl5pPr>
            <a:lvl6pPr>
              <a:defRPr sz="975" b="1">
                <a:solidFill>
                  <a:srgbClr val="647789"/>
                </a:solidFill>
              </a:defRPr>
            </a:lvl6pPr>
            <a:lvl7pPr>
              <a:defRPr sz="975" b="1">
                <a:solidFill>
                  <a:srgbClr val="647789"/>
                </a:solidFill>
              </a:defRPr>
            </a:lvl7pPr>
            <a:lvl8pPr>
              <a:defRPr sz="975" b="1">
                <a:solidFill>
                  <a:srgbClr val="647789"/>
                </a:solidFill>
              </a:defRPr>
            </a:lvl8pPr>
            <a:lvl9pPr>
              <a:defRPr sz="975" b="1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47789"/>
                </a:solidFill>
              </a:defRPr>
            </a:pPr>
            <a:r>
              <a:rPr sz="975" b="1">
                <a:solidFill>
                  <a:srgbClr val="64778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BD72E-C0F3-40E6-BD61-719747A8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B6F9C"/>
                </a:solidFill>
              </a:defRPr>
            </a:defPPr>
            <a:lvl1pPr>
              <a:defRPr sz="1650" b="1">
                <a:solidFill>
                  <a:srgbClr val="2B6F9C"/>
                </a:solidFill>
              </a:defRPr>
            </a:lvl1pPr>
            <a:lvl2pPr>
              <a:defRPr sz="1650" b="1">
                <a:solidFill>
                  <a:srgbClr val="2B6F9C"/>
                </a:solidFill>
              </a:defRPr>
            </a:lvl2pPr>
            <a:lvl3pPr>
              <a:defRPr sz="1650" b="1">
                <a:solidFill>
                  <a:srgbClr val="2B6F9C"/>
                </a:solidFill>
              </a:defRPr>
            </a:lvl3pPr>
            <a:lvl4pPr>
              <a:defRPr sz="1650" b="1">
                <a:solidFill>
                  <a:srgbClr val="2B6F9C"/>
                </a:solidFill>
              </a:defRPr>
            </a:lvl4pPr>
            <a:lvl5pPr>
              <a:defRPr sz="1650" b="1">
                <a:solidFill>
                  <a:srgbClr val="2B6F9C"/>
                </a:solidFill>
              </a:defRPr>
            </a:lvl5pPr>
            <a:lvl6pPr>
              <a:defRPr sz="1650" b="1">
                <a:solidFill>
                  <a:srgbClr val="2B6F9C"/>
                </a:solidFill>
              </a:defRPr>
            </a:lvl6pPr>
            <a:lvl7pPr>
              <a:defRPr sz="1650" b="1">
                <a:solidFill>
                  <a:srgbClr val="2B6F9C"/>
                </a:solidFill>
              </a:defRPr>
            </a:lvl7pPr>
            <a:lvl8pPr>
              <a:defRPr sz="1650" b="1">
                <a:solidFill>
                  <a:srgbClr val="2B6F9C"/>
                </a:solidFill>
              </a:defRPr>
            </a:lvl8pPr>
            <a:lvl9pPr>
              <a:defRPr sz="1650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F9C"/>
                </a:solidFill>
              </a:defRPr>
            </a:pPr>
            <a:r>
              <a:rPr sz="1650" b="1">
                <a:solidFill>
                  <a:srgbClr val="2B6F9C"/>
                </a:solidFill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91C82-CBEF-4C85-A4E2-BBA6ABE8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33746"/>
                </a:solidFill>
              </a:defRPr>
            </a:defPPr>
            <a:lvl1pPr>
              <a:defRPr sz="1500" b="0">
                <a:solidFill>
                  <a:srgbClr val="233746"/>
                </a:solidFill>
              </a:defRPr>
            </a:lvl1pPr>
            <a:lvl2pPr>
              <a:defRPr sz="1500" b="0">
                <a:solidFill>
                  <a:srgbClr val="233746"/>
                </a:solidFill>
              </a:defRPr>
            </a:lvl2pPr>
            <a:lvl3pPr>
              <a:defRPr sz="1500" b="0">
                <a:solidFill>
                  <a:srgbClr val="233746"/>
                </a:solidFill>
              </a:defRPr>
            </a:lvl3pPr>
            <a:lvl4pPr>
              <a:defRPr sz="1500" b="0">
                <a:solidFill>
                  <a:srgbClr val="233746"/>
                </a:solidFill>
              </a:defRPr>
            </a:lvl4pPr>
            <a:lvl5pPr>
              <a:defRPr sz="1500" b="0">
                <a:solidFill>
                  <a:srgbClr val="233746"/>
                </a:solidFill>
              </a:defRPr>
            </a:lvl5pPr>
            <a:lvl6pPr>
              <a:defRPr sz="1500" b="0">
                <a:solidFill>
                  <a:srgbClr val="233746"/>
                </a:solidFill>
              </a:defRPr>
            </a:lvl6pPr>
            <a:lvl7pPr>
              <a:defRPr sz="1500" b="0">
                <a:solidFill>
                  <a:srgbClr val="233746"/>
                </a:solidFill>
              </a:defRPr>
            </a:lvl7pPr>
            <a:lvl8pPr>
              <a:defRPr sz="1500" b="0">
                <a:solidFill>
                  <a:srgbClr val="233746"/>
                </a:solidFill>
              </a:defRPr>
            </a:lvl8pPr>
            <a:lvl9pPr>
              <a:defRPr sz="150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</a:defRPr>
            </a:pPr>
            <a:r>
              <a:rPr sz="1500" b="0">
                <a:solidFill>
                  <a:srgbClr val="233746"/>
                </a:solidFill>
              </a:rPr>
              <a:t>POST /auth/register   ·   POST /auth/login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881C9-1854-43AB-A0D6-A63F6ACD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B6F9C"/>
                </a:solidFill>
              </a:defRPr>
            </a:defPPr>
            <a:lvl1pPr>
              <a:defRPr sz="1650" b="1">
                <a:solidFill>
                  <a:srgbClr val="2B6F9C"/>
                </a:solidFill>
              </a:defRPr>
            </a:lvl1pPr>
            <a:lvl2pPr>
              <a:defRPr sz="1650" b="1">
                <a:solidFill>
                  <a:srgbClr val="2B6F9C"/>
                </a:solidFill>
              </a:defRPr>
            </a:lvl2pPr>
            <a:lvl3pPr>
              <a:defRPr sz="1650" b="1">
                <a:solidFill>
                  <a:srgbClr val="2B6F9C"/>
                </a:solidFill>
              </a:defRPr>
            </a:lvl3pPr>
            <a:lvl4pPr>
              <a:defRPr sz="1650" b="1">
                <a:solidFill>
                  <a:srgbClr val="2B6F9C"/>
                </a:solidFill>
              </a:defRPr>
            </a:lvl4pPr>
            <a:lvl5pPr>
              <a:defRPr sz="1650" b="1">
                <a:solidFill>
                  <a:srgbClr val="2B6F9C"/>
                </a:solidFill>
              </a:defRPr>
            </a:lvl5pPr>
            <a:lvl6pPr>
              <a:defRPr sz="1650" b="1">
                <a:solidFill>
                  <a:srgbClr val="2B6F9C"/>
                </a:solidFill>
              </a:defRPr>
            </a:lvl6pPr>
            <a:lvl7pPr>
              <a:defRPr sz="1650" b="1">
                <a:solidFill>
                  <a:srgbClr val="2B6F9C"/>
                </a:solidFill>
              </a:defRPr>
            </a:lvl7pPr>
            <a:lvl8pPr>
              <a:defRPr sz="1650" b="1">
                <a:solidFill>
                  <a:srgbClr val="2B6F9C"/>
                </a:solidFill>
              </a:defRPr>
            </a:lvl8pPr>
            <a:lvl9pPr>
              <a:defRPr sz="1650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F9C"/>
                </a:solidFill>
              </a:defRPr>
            </a:pPr>
            <a:r>
              <a:rPr sz="1650" b="1">
                <a:solidFill>
                  <a:srgbClr val="2B6F9C"/>
                </a:solidFill>
              </a:rPr>
              <a:t>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3AA96-B95B-4C79-A3EC-DFC358B2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193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33746"/>
                </a:solidFill>
              </a:defRPr>
            </a:defPPr>
            <a:lvl1pPr>
              <a:defRPr sz="1500" b="0">
                <a:solidFill>
                  <a:srgbClr val="233746"/>
                </a:solidFill>
              </a:defRPr>
            </a:lvl1pPr>
            <a:lvl2pPr>
              <a:defRPr sz="1500" b="0">
                <a:solidFill>
                  <a:srgbClr val="233746"/>
                </a:solidFill>
              </a:defRPr>
            </a:lvl2pPr>
            <a:lvl3pPr>
              <a:defRPr sz="1500" b="0">
                <a:solidFill>
                  <a:srgbClr val="233746"/>
                </a:solidFill>
              </a:defRPr>
            </a:lvl3pPr>
            <a:lvl4pPr>
              <a:defRPr sz="1500" b="0">
                <a:solidFill>
                  <a:srgbClr val="233746"/>
                </a:solidFill>
              </a:defRPr>
            </a:lvl4pPr>
            <a:lvl5pPr>
              <a:defRPr sz="1500" b="0">
                <a:solidFill>
                  <a:srgbClr val="233746"/>
                </a:solidFill>
              </a:defRPr>
            </a:lvl5pPr>
            <a:lvl6pPr>
              <a:defRPr sz="1500" b="0">
                <a:solidFill>
                  <a:srgbClr val="233746"/>
                </a:solidFill>
              </a:defRPr>
            </a:lvl6pPr>
            <a:lvl7pPr>
              <a:defRPr sz="1500" b="0">
                <a:solidFill>
                  <a:srgbClr val="233746"/>
                </a:solidFill>
              </a:defRPr>
            </a:lvl7pPr>
            <a:lvl8pPr>
              <a:defRPr sz="1500" b="0">
                <a:solidFill>
                  <a:srgbClr val="233746"/>
                </a:solidFill>
              </a:defRPr>
            </a:lvl8pPr>
            <a:lvl9pPr>
              <a:defRPr sz="150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</a:defRPr>
            </a:pPr>
            <a:r>
              <a:rPr sz="1500" b="0">
                <a:solidFill>
                  <a:srgbClr val="233746"/>
                </a:solidFill>
              </a:rPr>
              <a:t>POST /projects   ·   GET /projects   ·   GET /projects/{id}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C7612-859F-4A08-8CB9-5B61E602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B6F9C"/>
                </a:solidFill>
              </a:defRPr>
            </a:defPPr>
            <a:lvl1pPr>
              <a:defRPr sz="1650" b="1">
                <a:solidFill>
                  <a:srgbClr val="2B6F9C"/>
                </a:solidFill>
              </a:defRPr>
            </a:lvl1pPr>
            <a:lvl2pPr>
              <a:defRPr sz="1650" b="1">
                <a:solidFill>
                  <a:srgbClr val="2B6F9C"/>
                </a:solidFill>
              </a:defRPr>
            </a:lvl2pPr>
            <a:lvl3pPr>
              <a:defRPr sz="1650" b="1">
                <a:solidFill>
                  <a:srgbClr val="2B6F9C"/>
                </a:solidFill>
              </a:defRPr>
            </a:lvl3pPr>
            <a:lvl4pPr>
              <a:defRPr sz="1650" b="1">
                <a:solidFill>
                  <a:srgbClr val="2B6F9C"/>
                </a:solidFill>
              </a:defRPr>
            </a:lvl4pPr>
            <a:lvl5pPr>
              <a:defRPr sz="1650" b="1">
                <a:solidFill>
                  <a:srgbClr val="2B6F9C"/>
                </a:solidFill>
              </a:defRPr>
            </a:lvl5pPr>
            <a:lvl6pPr>
              <a:defRPr sz="1650" b="1">
                <a:solidFill>
                  <a:srgbClr val="2B6F9C"/>
                </a:solidFill>
              </a:defRPr>
            </a:lvl6pPr>
            <a:lvl7pPr>
              <a:defRPr sz="1650" b="1">
                <a:solidFill>
                  <a:srgbClr val="2B6F9C"/>
                </a:solidFill>
              </a:defRPr>
            </a:lvl7pPr>
            <a:lvl8pPr>
              <a:defRPr sz="1650" b="1">
                <a:solidFill>
                  <a:srgbClr val="2B6F9C"/>
                </a:solidFill>
              </a:defRPr>
            </a:lvl8pPr>
            <a:lvl9pPr>
              <a:defRPr sz="1650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F9C"/>
                </a:solidFill>
              </a:defRPr>
            </a:pPr>
            <a:r>
              <a:rPr sz="1650" b="1">
                <a:solidFill>
                  <a:srgbClr val="2B6F9C"/>
                </a:solidFill>
              </a:rPr>
              <a:t>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D0219-15D0-42B1-8B73-1AA9CAA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747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33746"/>
                </a:solidFill>
              </a:defRPr>
            </a:defPPr>
            <a:lvl1pPr>
              <a:defRPr sz="1500" b="0">
                <a:solidFill>
                  <a:srgbClr val="233746"/>
                </a:solidFill>
              </a:defRPr>
            </a:lvl1pPr>
            <a:lvl2pPr>
              <a:defRPr sz="1500" b="0">
                <a:solidFill>
                  <a:srgbClr val="233746"/>
                </a:solidFill>
              </a:defRPr>
            </a:lvl2pPr>
            <a:lvl3pPr>
              <a:defRPr sz="1500" b="0">
                <a:solidFill>
                  <a:srgbClr val="233746"/>
                </a:solidFill>
              </a:defRPr>
            </a:lvl3pPr>
            <a:lvl4pPr>
              <a:defRPr sz="1500" b="0">
                <a:solidFill>
                  <a:srgbClr val="233746"/>
                </a:solidFill>
              </a:defRPr>
            </a:lvl4pPr>
            <a:lvl5pPr>
              <a:defRPr sz="1500" b="0">
                <a:solidFill>
                  <a:srgbClr val="233746"/>
                </a:solidFill>
              </a:defRPr>
            </a:lvl5pPr>
            <a:lvl6pPr>
              <a:defRPr sz="1500" b="0">
                <a:solidFill>
                  <a:srgbClr val="233746"/>
                </a:solidFill>
              </a:defRPr>
            </a:lvl6pPr>
            <a:lvl7pPr>
              <a:defRPr sz="1500" b="0">
                <a:solidFill>
                  <a:srgbClr val="233746"/>
                </a:solidFill>
              </a:defRPr>
            </a:lvl7pPr>
            <a:lvl8pPr>
              <a:defRPr sz="1500" b="0">
                <a:solidFill>
                  <a:srgbClr val="233746"/>
                </a:solidFill>
              </a:defRPr>
            </a:lvl8pPr>
            <a:lvl9pPr>
              <a:defRPr sz="150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</a:defRPr>
            </a:pPr>
            <a:r>
              <a:rPr sz="1500" b="0">
                <a:solidFill>
                  <a:srgbClr val="233746"/>
                </a:solidFill>
              </a:rPr>
              <a:t>Create, filter, view, update status, edit, and delete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F821C-5013-463E-83CE-9CAB145B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B6F9C"/>
                </a:solidFill>
              </a:defRPr>
            </a:defPPr>
            <a:lvl1pPr>
              <a:defRPr sz="1650" b="1">
                <a:solidFill>
                  <a:srgbClr val="2B6F9C"/>
                </a:solidFill>
              </a:defRPr>
            </a:lvl1pPr>
            <a:lvl2pPr>
              <a:defRPr sz="1650" b="1">
                <a:solidFill>
                  <a:srgbClr val="2B6F9C"/>
                </a:solidFill>
              </a:defRPr>
            </a:lvl2pPr>
            <a:lvl3pPr>
              <a:defRPr sz="1650" b="1">
                <a:solidFill>
                  <a:srgbClr val="2B6F9C"/>
                </a:solidFill>
              </a:defRPr>
            </a:lvl3pPr>
            <a:lvl4pPr>
              <a:defRPr sz="1650" b="1">
                <a:solidFill>
                  <a:srgbClr val="2B6F9C"/>
                </a:solidFill>
              </a:defRPr>
            </a:lvl4pPr>
            <a:lvl5pPr>
              <a:defRPr sz="1650" b="1">
                <a:solidFill>
                  <a:srgbClr val="2B6F9C"/>
                </a:solidFill>
              </a:defRPr>
            </a:lvl5pPr>
            <a:lvl6pPr>
              <a:defRPr sz="1650" b="1">
                <a:solidFill>
                  <a:srgbClr val="2B6F9C"/>
                </a:solidFill>
              </a:defRPr>
            </a:lvl6pPr>
            <a:lvl7pPr>
              <a:defRPr sz="1650" b="1">
                <a:solidFill>
                  <a:srgbClr val="2B6F9C"/>
                </a:solidFill>
              </a:defRPr>
            </a:lvl7pPr>
            <a:lvl8pPr>
              <a:defRPr sz="1650" b="1">
                <a:solidFill>
                  <a:srgbClr val="2B6F9C"/>
                </a:solidFill>
              </a:defRPr>
            </a:lvl8pPr>
            <a:lvl9pPr>
              <a:defRPr sz="1650" b="1">
                <a:solidFill>
                  <a:srgbClr val="2B6F9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B6F9C"/>
                </a:solidFill>
              </a:defRPr>
            </a:pPr>
            <a:r>
              <a:rPr sz="1650" b="1">
                <a:solidFill>
                  <a:srgbClr val="2B6F9C"/>
                </a:solidFill>
              </a:rPr>
              <a:t>Comments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9BA59-D097-4F3F-9091-0442F532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995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33746"/>
                </a:solidFill>
              </a:defRPr>
            </a:defPPr>
            <a:lvl1pPr>
              <a:defRPr sz="1500" b="0">
                <a:solidFill>
                  <a:srgbClr val="233746"/>
                </a:solidFill>
              </a:defRPr>
            </a:lvl1pPr>
            <a:lvl2pPr>
              <a:defRPr sz="1500" b="0">
                <a:solidFill>
                  <a:srgbClr val="233746"/>
                </a:solidFill>
              </a:defRPr>
            </a:lvl2pPr>
            <a:lvl3pPr>
              <a:defRPr sz="1500" b="0">
                <a:solidFill>
                  <a:srgbClr val="233746"/>
                </a:solidFill>
              </a:defRPr>
            </a:lvl3pPr>
            <a:lvl4pPr>
              <a:defRPr sz="1500" b="0">
                <a:solidFill>
                  <a:srgbClr val="233746"/>
                </a:solidFill>
              </a:defRPr>
            </a:lvl4pPr>
            <a:lvl5pPr>
              <a:defRPr sz="1500" b="0">
                <a:solidFill>
                  <a:srgbClr val="233746"/>
                </a:solidFill>
              </a:defRPr>
            </a:lvl5pPr>
            <a:lvl6pPr>
              <a:defRPr sz="1500" b="0">
                <a:solidFill>
                  <a:srgbClr val="233746"/>
                </a:solidFill>
              </a:defRPr>
            </a:lvl6pPr>
            <a:lvl7pPr>
              <a:defRPr sz="1500" b="0">
                <a:solidFill>
                  <a:srgbClr val="233746"/>
                </a:solidFill>
              </a:defRPr>
            </a:lvl7pPr>
            <a:lvl8pPr>
              <a:defRPr sz="1500" b="0">
                <a:solidFill>
                  <a:srgbClr val="233746"/>
                </a:solidFill>
              </a:defRPr>
            </a:lvl8pPr>
            <a:lvl9pPr>
              <a:defRPr sz="150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</a:defRPr>
            </a:pPr>
            <a:r>
              <a:rPr sz="1500" b="0">
                <a:solidFill>
                  <a:srgbClr val="233746"/>
                </a:solidFill>
              </a:rPr>
              <a:t>POST /tasks/{id}/comments   ·   GET /tasks/{id}/comments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9EFB9-3DEE-4606-B04C-51F596BD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0287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D7C7B-578B-4503-8209-7E239F30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324D"/>
                </a:solidFill>
              </a:defRPr>
            </a:defPPr>
            <a:lvl1pPr>
              <a:defRPr sz="1725" b="1">
                <a:solidFill>
                  <a:srgbClr val="17324D"/>
                </a:solidFill>
              </a:defRPr>
            </a:lvl1pPr>
            <a:lvl2pPr>
              <a:defRPr sz="1725" b="1">
                <a:solidFill>
                  <a:srgbClr val="17324D"/>
                </a:solidFill>
              </a:defRPr>
            </a:lvl2pPr>
            <a:lvl3pPr>
              <a:defRPr sz="1725" b="1">
                <a:solidFill>
                  <a:srgbClr val="17324D"/>
                </a:solidFill>
              </a:defRPr>
            </a:lvl3pPr>
            <a:lvl4pPr>
              <a:defRPr sz="1725" b="1">
                <a:solidFill>
                  <a:srgbClr val="17324D"/>
                </a:solidFill>
              </a:defRPr>
            </a:lvl4pPr>
            <a:lvl5pPr>
              <a:defRPr sz="1725" b="1">
                <a:solidFill>
                  <a:srgbClr val="17324D"/>
                </a:solidFill>
              </a:defRPr>
            </a:lvl5pPr>
            <a:lvl6pPr>
              <a:defRPr sz="1725" b="1">
                <a:solidFill>
                  <a:srgbClr val="17324D"/>
                </a:solidFill>
              </a:defRPr>
            </a:lvl6pPr>
            <a:lvl7pPr>
              <a:defRPr sz="1725" b="1">
                <a:solidFill>
                  <a:srgbClr val="17324D"/>
                </a:solidFill>
              </a:defRPr>
            </a:lvl7pPr>
            <a:lvl8pPr>
              <a:defRPr sz="1725" b="1">
                <a:solidFill>
                  <a:srgbClr val="17324D"/>
                </a:solidFill>
              </a:defRPr>
            </a:lvl8pPr>
            <a:lvl9pPr>
              <a:defRPr sz="17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Start with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134FE-020E-47E1-B28F-0C0D402F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62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233746"/>
                </a:solidFill>
              </a:defRPr>
            </a:defPPr>
            <a:lvl1pPr>
              <a:defRPr sz="1500" b="0">
                <a:solidFill>
                  <a:srgbClr val="233746"/>
                </a:solidFill>
              </a:defRPr>
            </a:lvl1pPr>
            <a:lvl2pPr>
              <a:defRPr sz="1500" b="0">
                <a:solidFill>
                  <a:srgbClr val="233746"/>
                </a:solidFill>
              </a:defRPr>
            </a:lvl2pPr>
            <a:lvl3pPr>
              <a:defRPr sz="1500" b="0">
                <a:solidFill>
                  <a:srgbClr val="233746"/>
                </a:solidFill>
              </a:defRPr>
            </a:lvl3pPr>
            <a:lvl4pPr>
              <a:defRPr sz="1500" b="0">
                <a:solidFill>
                  <a:srgbClr val="233746"/>
                </a:solidFill>
              </a:defRPr>
            </a:lvl4pPr>
            <a:lvl5pPr>
              <a:defRPr sz="1500" b="0">
                <a:solidFill>
                  <a:srgbClr val="233746"/>
                </a:solidFill>
              </a:defRPr>
            </a:lvl5pPr>
            <a:lvl6pPr>
              <a:defRPr sz="1500" b="0">
                <a:solidFill>
                  <a:srgbClr val="233746"/>
                </a:solidFill>
              </a:defRPr>
            </a:lvl6pPr>
            <a:lvl7pPr>
              <a:defRPr sz="1500" b="0">
                <a:solidFill>
                  <a:srgbClr val="233746"/>
                </a:solidFill>
              </a:defRPr>
            </a:lvl7pPr>
            <a:lvl8pPr>
              <a:defRPr sz="1500" b="0">
                <a:solidFill>
                  <a:srgbClr val="233746"/>
                </a:solidFill>
              </a:defRPr>
            </a:lvl8pPr>
            <a:lvl9pPr>
              <a:defRPr sz="1500" b="0">
                <a:solidFill>
                  <a:srgbClr val="2337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</a:defRPr>
            </a:pPr>
            <a:r>
              <a:rPr sz="1500" b="0">
                <a:solidFill>
                  <a:srgbClr val="233746"/>
                </a:solidFill>
              </a:rPr>
              <a:t>Copy .env.example to .env, set a strong secret and admin password, then run docker compose up --build.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E3D58-0B8B-4479-B1FB-13E74A1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47789"/>
                </a:solidFill>
              </a:defRPr>
            </a:defPPr>
            <a:lvl1pPr>
              <a:defRPr sz="1350" b="0">
                <a:solidFill>
                  <a:srgbClr val="647789"/>
                </a:solidFill>
              </a:defRPr>
            </a:lvl1pPr>
            <a:lvl2pPr>
              <a:defRPr sz="1350" b="0">
                <a:solidFill>
                  <a:srgbClr val="647789"/>
                </a:solidFill>
              </a:defRPr>
            </a:lvl2pPr>
            <a:lvl3pPr>
              <a:defRPr sz="1350" b="0">
                <a:solidFill>
                  <a:srgbClr val="647789"/>
                </a:solidFill>
              </a:defRPr>
            </a:lvl3pPr>
            <a:lvl4pPr>
              <a:defRPr sz="1350" b="0">
                <a:solidFill>
                  <a:srgbClr val="647789"/>
                </a:solidFill>
              </a:defRPr>
            </a:lvl4pPr>
            <a:lvl5pPr>
              <a:defRPr sz="1350" b="0">
                <a:solidFill>
                  <a:srgbClr val="647789"/>
                </a:solidFill>
              </a:defRPr>
            </a:lvl5pPr>
            <a:lvl6pPr>
              <a:defRPr sz="1350" b="0">
                <a:solidFill>
                  <a:srgbClr val="647789"/>
                </a:solidFill>
              </a:defRPr>
            </a:lvl6pPr>
            <a:lvl7pPr>
              <a:defRPr sz="1350" b="0">
                <a:solidFill>
                  <a:srgbClr val="647789"/>
                </a:solidFill>
              </a:defRPr>
            </a:lvl7pPr>
            <a:lvl8pPr>
              <a:defRPr sz="1350" b="0">
                <a:solidFill>
                  <a:srgbClr val="647789"/>
                </a:solidFill>
              </a:defRPr>
            </a:lvl8pPr>
            <a:lvl9pPr>
              <a:defRPr sz="1350" b="0">
                <a:solidFill>
                  <a:srgbClr val="647789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789"/>
                </a:solidFill>
              </a:defRPr>
            </a:pPr>
            <a:r>
              <a:rPr sz="1350" b="0">
                <a:solidFill>
                  <a:srgbClr val="647789"/>
                </a:solidFill>
              </a:rPr>
              <a:t>Try the API at localhost:8000/docs. The project also includes Alembic migrations, Pytest cases, and a Postman collection.</a:t>
            </a:r>
          </a:p>
        </p:txBody>
      </p:sp>
    </p:spTree>
    <p:extLst>
      <p:ext uri="{BB962C8B-B14F-4D97-AF65-F5344CB8AC3E}">
        <p14:creationId xmlns:p14="http://schemas.microsoft.com/office/powerpoint/2010/main" val="1021689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2026-10-22T07:36:41.6750000Z</dcterms:created>
  <dcterms:modified xsi:type="dcterms:W3CDTF">2026-10-22T07:36:41.6750000Z</dcterms:modified>
</coreProperties>
</file>